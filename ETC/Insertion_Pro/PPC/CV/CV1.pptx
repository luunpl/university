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6" r:id="rId1"/>
  </p:sldMasterIdLst>
  <p:sldIdLst>
    <p:sldId id="256" r:id="rId2"/>
  </p:sldIdLst>
  <p:sldSz cx="7556500" cy="10693400"/>
  <p:notesSz cx="7556500" cy="10693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AEE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11381" autoAdjust="0"/>
    <p:restoredTop sz="95155" autoAdjust="0"/>
  </p:normalViewPr>
  <p:slideViewPr>
    <p:cSldViewPr>
      <p:cViewPr>
        <p:scale>
          <a:sx n="110" d="100"/>
          <a:sy n="110" d="100"/>
        </p:scale>
        <p:origin x="1738" y="6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F8B881-FDA7-4172-9417-026189EDB9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44563" y="1750055"/>
            <a:ext cx="5667375" cy="3722887"/>
          </a:xfrm>
        </p:spPr>
        <p:txBody>
          <a:bodyPr anchor="b"/>
          <a:lstStyle>
            <a:lvl1pPr algn="ctr">
              <a:defRPr sz="3719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B95DB24-383B-406D-8861-8D6CE6E87F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44563" y="5616511"/>
            <a:ext cx="5667375" cy="2581762"/>
          </a:xfrm>
        </p:spPr>
        <p:txBody>
          <a:bodyPr/>
          <a:lstStyle>
            <a:lvl1pPr marL="0" indent="0" algn="ctr">
              <a:buNone/>
              <a:defRPr sz="1488"/>
            </a:lvl1pPr>
            <a:lvl2pPr marL="283373" indent="0" algn="ctr">
              <a:buNone/>
              <a:defRPr sz="1240"/>
            </a:lvl2pPr>
            <a:lvl3pPr marL="566745" indent="0" algn="ctr">
              <a:buNone/>
              <a:defRPr sz="1116"/>
            </a:lvl3pPr>
            <a:lvl4pPr marL="850118" indent="0" algn="ctr">
              <a:buNone/>
              <a:defRPr sz="992"/>
            </a:lvl4pPr>
            <a:lvl5pPr marL="1133490" indent="0" algn="ctr">
              <a:buNone/>
              <a:defRPr sz="992"/>
            </a:lvl5pPr>
            <a:lvl6pPr marL="1416863" indent="0" algn="ctr">
              <a:buNone/>
              <a:defRPr sz="992"/>
            </a:lvl6pPr>
            <a:lvl7pPr marL="1700235" indent="0" algn="ctr">
              <a:buNone/>
              <a:defRPr sz="992"/>
            </a:lvl7pPr>
            <a:lvl8pPr marL="1983608" indent="0" algn="ctr">
              <a:buNone/>
              <a:defRPr sz="992"/>
            </a:lvl8pPr>
            <a:lvl9pPr marL="2266980" indent="0" algn="ctr">
              <a:buNone/>
              <a:defRPr sz="992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704C5C-ABB2-4BDA-9184-D13BF720B7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10/22/2021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4C6A2E-4A12-4623-80B4-2382BE32B1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E81501-D326-4801-A18E-3C718AF00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95359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CE5C29-3696-476F-95D9-F54E9EA3B8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D21186-3584-4413-90D3-51C2151361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813637-C9EA-4014-A06F-9D0036B2D1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10/22/2021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68522C-02BA-4485-BF68-C2FBCAD79C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7C966B-3AB7-43FD-A337-DBACF798CF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27888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77CF64-0D4C-49E0-BD21-BAED0CF50D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574" y="2665925"/>
            <a:ext cx="6517481" cy="4448157"/>
          </a:xfrm>
        </p:spPr>
        <p:txBody>
          <a:bodyPr anchor="b"/>
          <a:lstStyle>
            <a:lvl1pPr>
              <a:defRPr sz="3719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0DE36E-BF0C-40D3-A8F2-99260C8586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5574" y="7156164"/>
            <a:ext cx="6517481" cy="2339180"/>
          </a:xfrm>
        </p:spPr>
        <p:txBody>
          <a:bodyPr/>
          <a:lstStyle>
            <a:lvl1pPr marL="0" indent="0">
              <a:buNone/>
              <a:defRPr sz="1488">
                <a:solidFill>
                  <a:schemeClr val="tx1">
                    <a:tint val="75000"/>
                  </a:schemeClr>
                </a:solidFill>
              </a:defRPr>
            </a:lvl1pPr>
            <a:lvl2pPr marL="283373" indent="0">
              <a:buNone/>
              <a:defRPr sz="1240">
                <a:solidFill>
                  <a:schemeClr val="tx1">
                    <a:tint val="75000"/>
                  </a:schemeClr>
                </a:solidFill>
              </a:defRPr>
            </a:lvl2pPr>
            <a:lvl3pPr marL="566745" indent="0">
              <a:buNone/>
              <a:defRPr sz="1116">
                <a:solidFill>
                  <a:schemeClr val="tx1">
                    <a:tint val="75000"/>
                  </a:schemeClr>
                </a:solidFill>
              </a:defRPr>
            </a:lvl3pPr>
            <a:lvl4pPr marL="850118" indent="0">
              <a:buNone/>
              <a:defRPr sz="992">
                <a:solidFill>
                  <a:schemeClr val="tx1">
                    <a:tint val="75000"/>
                  </a:schemeClr>
                </a:solidFill>
              </a:defRPr>
            </a:lvl4pPr>
            <a:lvl5pPr marL="1133490" indent="0">
              <a:buNone/>
              <a:defRPr sz="992">
                <a:solidFill>
                  <a:schemeClr val="tx1">
                    <a:tint val="75000"/>
                  </a:schemeClr>
                </a:solidFill>
              </a:defRPr>
            </a:lvl5pPr>
            <a:lvl6pPr marL="1416863" indent="0">
              <a:buNone/>
              <a:defRPr sz="992">
                <a:solidFill>
                  <a:schemeClr val="tx1">
                    <a:tint val="75000"/>
                  </a:schemeClr>
                </a:solidFill>
              </a:defRPr>
            </a:lvl6pPr>
            <a:lvl7pPr marL="1700235" indent="0">
              <a:buNone/>
              <a:defRPr sz="992">
                <a:solidFill>
                  <a:schemeClr val="tx1">
                    <a:tint val="75000"/>
                  </a:schemeClr>
                </a:solidFill>
              </a:defRPr>
            </a:lvl7pPr>
            <a:lvl8pPr marL="1983608" indent="0">
              <a:buNone/>
              <a:defRPr sz="992">
                <a:solidFill>
                  <a:schemeClr val="tx1">
                    <a:tint val="75000"/>
                  </a:schemeClr>
                </a:solidFill>
              </a:defRPr>
            </a:lvl8pPr>
            <a:lvl9pPr marL="2266980" indent="0">
              <a:buNone/>
              <a:defRPr sz="992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10CE65-5385-4889-BF54-DF6B21A985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10/22/2021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8133D2-B269-4EEB-8EAA-B8778F19AC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C93A1E-D4D5-4319-95D4-F96A838C16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92268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44173F-8183-4E2E-9682-5BBAA611D1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DE5215-F5C1-47A5-AECF-1F2AE018848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19509" y="2846623"/>
            <a:ext cx="3211513" cy="678486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D14382D-75CF-4D8C-BFE6-7D3DA7D112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825478" y="2846623"/>
            <a:ext cx="3211513" cy="678486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8F402D4-B220-40A1-8569-5EA8809C42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10/22/2021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42B3AA-E842-4C8E-A91D-B94FAEB618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EF24D2-A38E-4E5D-BA1F-00E1CB38B3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89303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9B3096-AC06-40CD-9D13-388A0778F7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0494" y="569326"/>
            <a:ext cx="6517481" cy="206689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88A7A4-F3BF-4207-8391-6E7B6875C0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0494" y="2621369"/>
            <a:ext cx="3196753" cy="1284692"/>
          </a:xfrm>
        </p:spPr>
        <p:txBody>
          <a:bodyPr anchor="b"/>
          <a:lstStyle>
            <a:lvl1pPr marL="0" indent="0">
              <a:buNone/>
              <a:defRPr sz="1488" b="1"/>
            </a:lvl1pPr>
            <a:lvl2pPr marL="283373" indent="0">
              <a:buNone/>
              <a:defRPr sz="1240" b="1"/>
            </a:lvl2pPr>
            <a:lvl3pPr marL="566745" indent="0">
              <a:buNone/>
              <a:defRPr sz="1116" b="1"/>
            </a:lvl3pPr>
            <a:lvl4pPr marL="850118" indent="0">
              <a:buNone/>
              <a:defRPr sz="992" b="1"/>
            </a:lvl4pPr>
            <a:lvl5pPr marL="1133490" indent="0">
              <a:buNone/>
              <a:defRPr sz="992" b="1"/>
            </a:lvl5pPr>
            <a:lvl6pPr marL="1416863" indent="0">
              <a:buNone/>
              <a:defRPr sz="992" b="1"/>
            </a:lvl6pPr>
            <a:lvl7pPr marL="1700235" indent="0">
              <a:buNone/>
              <a:defRPr sz="992" b="1"/>
            </a:lvl7pPr>
            <a:lvl8pPr marL="1983608" indent="0">
              <a:buNone/>
              <a:defRPr sz="992" b="1"/>
            </a:lvl8pPr>
            <a:lvl9pPr marL="2266980" indent="0">
              <a:buNone/>
              <a:defRPr sz="992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EFE7932-8935-402A-9EA1-52CA09186E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0494" y="3906061"/>
            <a:ext cx="3196753" cy="57452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AD075B5-57D4-4A80-905D-860CE90C80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3825478" y="2621369"/>
            <a:ext cx="3212497" cy="1284692"/>
          </a:xfrm>
        </p:spPr>
        <p:txBody>
          <a:bodyPr anchor="b"/>
          <a:lstStyle>
            <a:lvl1pPr marL="0" indent="0">
              <a:buNone/>
              <a:defRPr sz="1488" b="1"/>
            </a:lvl1pPr>
            <a:lvl2pPr marL="283373" indent="0">
              <a:buNone/>
              <a:defRPr sz="1240" b="1"/>
            </a:lvl2pPr>
            <a:lvl3pPr marL="566745" indent="0">
              <a:buNone/>
              <a:defRPr sz="1116" b="1"/>
            </a:lvl3pPr>
            <a:lvl4pPr marL="850118" indent="0">
              <a:buNone/>
              <a:defRPr sz="992" b="1"/>
            </a:lvl4pPr>
            <a:lvl5pPr marL="1133490" indent="0">
              <a:buNone/>
              <a:defRPr sz="992" b="1"/>
            </a:lvl5pPr>
            <a:lvl6pPr marL="1416863" indent="0">
              <a:buNone/>
              <a:defRPr sz="992" b="1"/>
            </a:lvl6pPr>
            <a:lvl7pPr marL="1700235" indent="0">
              <a:buNone/>
              <a:defRPr sz="992" b="1"/>
            </a:lvl7pPr>
            <a:lvl8pPr marL="1983608" indent="0">
              <a:buNone/>
              <a:defRPr sz="992" b="1"/>
            </a:lvl8pPr>
            <a:lvl9pPr marL="2266980" indent="0">
              <a:buNone/>
              <a:defRPr sz="992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73BEC3F-A47A-4FE2-BEBD-0D148BA69D9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3825478" y="3906061"/>
            <a:ext cx="3212497" cy="57452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3C77BE9-2C48-404C-ABAB-55CF5E1C82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10/22/2021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CA22399-EEF4-49F4-9BDB-5EAE320DC2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740E72E-C248-4641-8E15-91BA0D73E4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4285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CF85BC-4B48-422B-922B-B45DD6BE08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BB5C14C-1F35-42B1-927F-2A08790023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10/22/2021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A1FC7B8-E7F9-4AF3-9CD5-3581793D84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F252BAE-A080-4E5D-8BC0-666B2B450A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17084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AA4A7F1-36AF-4D5E-8338-74C5483DBE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10/22/2021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2A8D19D-7A2A-4FE4-82B3-0135076C65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D5F325-CE2C-466D-9255-F161CCBD41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78374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A78C95-D99F-4A2A-A60B-F3B82936C0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0494" y="712893"/>
            <a:ext cx="2437168" cy="2495127"/>
          </a:xfrm>
        </p:spPr>
        <p:txBody>
          <a:bodyPr anchor="b"/>
          <a:lstStyle>
            <a:lvl1pPr>
              <a:defRPr sz="1983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CDA8C1-B20B-4A97-A802-9E162F87E6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12497" y="1539652"/>
            <a:ext cx="3825478" cy="7599245"/>
          </a:xfrm>
        </p:spPr>
        <p:txBody>
          <a:bodyPr/>
          <a:lstStyle>
            <a:lvl1pPr>
              <a:defRPr sz="1983"/>
            </a:lvl1pPr>
            <a:lvl2pPr>
              <a:defRPr sz="1735"/>
            </a:lvl2pPr>
            <a:lvl3pPr>
              <a:defRPr sz="1488"/>
            </a:lvl3pPr>
            <a:lvl4pPr>
              <a:defRPr sz="1240"/>
            </a:lvl4pPr>
            <a:lvl5pPr>
              <a:defRPr sz="1240"/>
            </a:lvl5pPr>
            <a:lvl6pPr>
              <a:defRPr sz="1240"/>
            </a:lvl6pPr>
            <a:lvl7pPr>
              <a:defRPr sz="1240"/>
            </a:lvl7pPr>
            <a:lvl8pPr>
              <a:defRPr sz="1240"/>
            </a:lvl8pPr>
            <a:lvl9pPr>
              <a:defRPr sz="124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349997-3DC3-480D-8B80-DA9AF1659C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0494" y="3208020"/>
            <a:ext cx="2437168" cy="5943254"/>
          </a:xfrm>
        </p:spPr>
        <p:txBody>
          <a:bodyPr/>
          <a:lstStyle>
            <a:lvl1pPr marL="0" indent="0">
              <a:buNone/>
              <a:defRPr sz="992"/>
            </a:lvl1pPr>
            <a:lvl2pPr marL="283373" indent="0">
              <a:buNone/>
              <a:defRPr sz="868"/>
            </a:lvl2pPr>
            <a:lvl3pPr marL="566745" indent="0">
              <a:buNone/>
              <a:defRPr sz="744"/>
            </a:lvl3pPr>
            <a:lvl4pPr marL="850118" indent="0">
              <a:buNone/>
              <a:defRPr sz="620"/>
            </a:lvl4pPr>
            <a:lvl5pPr marL="1133490" indent="0">
              <a:buNone/>
              <a:defRPr sz="620"/>
            </a:lvl5pPr>
            <a:lvl6pPr marL="1416863" indent="0">
              <a:buNone/>
              <a:defRPr sz="620"/>
            </a:lvl6pPr>
            <a:lvl7pPr marL="1700235" indent="0">
              <a:buNone/>
              <a:defRPr sz="620"/>
            </a:lvl7pPr>
            <a:lvl8pPr marL="1983608" indent="0">
              <a:buNone/>
              <a:defRPr sz="620"/>
            </a:lvl8pPr>
            <a:lvl9pPr marL="2266980" indent="0">
              <a:buNone/>
              <a:defRPr sz="62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EF6D79-F22B-4CD7-8AE6-BD330A3F32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10/22/2021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5A586F-5FFE-4E9C-898B-B541AC97E9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A75F48-B801-4CF3-A8DE-F28B065254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08557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34C8FA-247F-4C2C-A2DF-9FB9867472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0494" y="712893"/>
            <a:ext cx="2437168" cy="2495127"/>
          </a:xfrm>
        </p:spPr>
        <p:txBody>
          <a:bodyPr anchor="b"/>
          <a:lstStyle>
            <a:lvl1pPr>
              <a:defRPr sz="1983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A733543-3495-4AC8-BEFF-559F3822892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212497" y="1539652"/>
            <a:ext cx="3825478" cy="7599245"/>
          </a:xfrm>
        </p:spPr>
        <p:txBody>
          <a:bodyPr/>
          <a:lstStyle>
            <a:lvl1pPr marL="0" indent="0">
              <a:buNone/>
              <a:defRPr sz="1983"/>
            </a:lvl1pPr>
            <a:lvl2pPr marL="283373" indent="0">
              <a:buNone/>
              <a:defRPr sz="1735"/>
            </a:lvl2pPr>
            <a:lvl3pPr marL="566745" indent="0">
              <a:buNone/>
              <a:defRPr sz="1488"/>
            </a:lvl3pPr>
            <a:lvl4pPr marL="850118" indent="0">
              <a:buNone/>
              <a:defRPr sz="1240"/>
            </a:lvl4pPr>
            <a:lvl5pPr marL="1133490" indent="0">
              <a:buNone/>
              <a:defRPr sz="1240"/>
            </a:lvl5pPr>
            <a:lvl6pPr marL="1416863" indent="0">
              <a:buNone/>
              <a:defRPr sz="1240"/>
            </a:lvl6pPr>
            <a:lvl7pPr marL="1700235" indent="0">
              <a:buNone/>
              <a:defRPr sz="1240"/>
            </a:lvl7pPr>
            <a:lvl8pPr marL="1983608" indent="0">
              <a:buNone/>
              <a:defRPr sz="1240"/>
            </a:lvl8pPr>
            <a:lvl9pPr marL="2266980" indent="0">
              <a:buNone/>
              <a:defRPr sz="124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9A3928-1036-4199-ADDC-29F2026617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0494" y="3208020"/>
            <a:ext cx="2437168" cy="5943254"/>
          </a:xfrm>
        </p:spPr>
        <p:txBody>
          <a:bodyPr/>
          <a:lstStyle>
            <a:lvl1pPr marL="0" indent="0">
              <a:buNone/>
              <a:defRPr sz="992"/>
            </a:lvl1pPr>
            <a:lvl2pPr marL="283373" indent="0">
              <a:buNone/>
              <a:defRPr sz="868"/>
            </a:lvl2pPr>
            <a:lvl3pPr marL="566745" indent="0">
              <a:buNone/>
              <a:defRPr sz="744"/>
            </a:lvl3pPr>
            <a:lvl4pPr marL="850118" indent="0">
              <a:buNone/>
              <a:defRPr sz="620"/>
            </a:lvl4pPr>
            <a:lvl5pPr marL="1133490" indent="0">
              <a:buNone/>
              <a:defRPr sz="620"/>
            </a:lvl5pPr>
            <a:lvl6pPr marL="1416863" indent="0">
              <a:buNone/>
              <a:defRPr sz="620"/>
            </a:lvl6pPr>
            <a:lvl7pPr marL="1700235" indent="0">
              <a:buNone/>
              <a:defRPr sz="620"/>
            </a:lvl7pPr>
            <a:lvl8pPr marL="1983608" indent="0">
              <a:buNone/>
              <a:defRPr sz="620"/>
            </a:lvl8pPr>
            <a:lvl9pPr marL="2266980" indent="0">
              <a:buNone/>
              <a:defRPr sz="62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02CA96-3159-436B-A0FE-CC7A5EC9BC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10/22/2021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D6CF6B-AB54-445B-ADC2-949F8BED8F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36FCC3-CCDD-49CB-956B-3C1D775832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12671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F6FBE2-BF30-4CC2-A595-F0DE39A6A6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A8D50BA-05B4-46E0-BAB9-3B846C44677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B2ABC0-0E3E-4170-B993-3A2058FFF3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10/22/2021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BE4687-53C1-4E8F-82D8-779E2B603F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F325BB-AAA9-46AF-B713-C85FFA8BB6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11740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C5475BA-591D-4C39-92DA-6168A874860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5407620" y="569325"/>
            <a:ext cx="1629370" cy="9062162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B509702-693B-48E7-BE4B-8B7E949C2A2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19509" y="569325"/>
            <a:ext cx="4793655" cy="906216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10538B-70D1-47A1-BFCF-83B322B285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10/22/2021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E1BBDB-72F8-4262-A34B-E449CF0C63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9B2540-46F3-41D5-953D-5E132825F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10456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F69EC8-8C15-4BB1-935A-628C07228A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9510" y="569326"/>
            <a:ext cx="6517481" cy="20668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4C9E5C-966E-4958-AFEF-9778DA0E72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9510" y="2846623"/>
            <a:ext cx="6517481" cy="678486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3EAA8C-C441-4F8F-8D56-67A602DBEE1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19509" y="9911198"/>
            <a:ext cx="1700213" cy="5693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4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10/22/2021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B7B817-2237-4E8F-B017-6E72051564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03091" y="9911198"/>
            <a:ext cx="2550319" cy="5693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4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CE4838-D720-450A-BF03-C21429D940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336778" y="9911198"/>
            <a:ext cx="1700213" cy="5693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4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78275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</p:sldLayoutIdLst>
  <p:txStyles>
    <p:titleStyle>
      <a:lvl1pPr algn="l" defTabSz="566745" rtl="0" eaLnBrk="1" latinLnBrk="0" hangingPunct="1">
        <a:lnSpc>
          <a:spcPct val="90000"/>
        </a:lnSpc>
        <a:spcBef>
          <a:spcPct val="0"/>
        </a:spcBef>
        <a:buNone/>
        <a:defRPr sz="272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41686" indent="-141686" algn="l" defTabSz="566745" rtl="0" eaLnBrk="1" latinLnBrk="0" hangingPunct="1">
        <a:lnSpc>
          <a:spcPct val="90000"/>
        </a:lnSpc>
        <a:spcBef>
          <a:spcPts val="620"/>
        </a:spcBef>
        <a:buFont typeface="Arial" panose="020B0604020202020204" pitchFamily="34" charset="0"/>
        <a:buChar char="•"/>
        <a:defRPr sz="1735" kern="1200">
          <a:solidFill>
            <a:schemeClr val="tx1"/>
          </a:solidFill>
          <a:latin typeface="+mn-lt"/>
          <a:ea typeface="+mn-ea"/>
          <a:cs typeface="+mn-cs"/>
        </a:defRPr>
      </a:lvl1pPr>
      <a:lvl2pPr marL="425059" indent="-141686" algn="l" defTabSz="566745" rtl="0" eaLnBrk="1" latinLnBrk="0" hangingPunct="1">
        <a:lnSpc>
          <a:spcPct val="90000"/>
        </a:lnSpc>
        <a:spcBef>
          <a:spcPts val="310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2pPr>
      <a:lvl3pPr marL="708431" indent="-141686" algn="l" defTabSz="566745" rtl="0" eaLnBrk="1" latinLnBrk="0" hangingPunct="1">
        <a:lnSpc>
          <a:spcPct val="90000"/>
        </a:lnSpc>
        <a:spcBef>
          <a:spcPts val="310"/>
        </a:spcBef>
        <a:buFont typeface="Arial" panose="020B0604020202020204" pitchFamily="34" charset="0"/>
        <a:buChar char="•"/>
        <a:defRPr sz="1240" kern="1200">
          <a:solidFill>
            <a:schemeClr val="tx1"/>
          </a:solidFill>
          <a:latin typeface="+mn-lt"/>
          <a:ea typeface="+mn-ea"/>
          <a:cs typeface="+mn-cs"/>
        </a:defRPr>
      </a:lvl3pPr>
      <a:lvl4pPr marL="991804" indent="-141686" algn="l" defTabSz="566745" rtl="0" eaLnBrk="1" latinLnBrk="0" hangingPunct="1">
        <a:lnSpc>
          <a:spcPct val="90000"/>
        </a:lnSpc>
        <a:spcBef>
          <a:spcPts val="310"/>
        </a:spcBef>
        <a:buFont typeface="Arial" panose="020B0604020202020204" pitchFamily="34" charset="0"/>
        <a:buChar char="•"/>
        <a:defRPr sz="1116" kern="1200">
          <a:solidFill>
            <a:schemeClr val="tx1"/>
          </a:solidFill>
          <a:latin typeface="+mn-lt"/>
          <a:ea typeface="+mn-ea"/>
          <a:cs typeface="+mn-cs"/>
        </a:defRPr>
      </a:lvl4pPr>
      <a:lvl5pPr marL="1275177" indent="-141686" algn="l" defTabSz="566745" rtl="0" eaLnBrk="1" latinLnBrk="0" hangingPunct="1">
        <a:lnSpc>
          <a:spcPct val="90000"/>
        </a:lnSpc>
        <a:spcBef>
          <a:spcPts val="310"/>
        </a:spcBef>
        <a:buFont typeface="Arial" panose="020B0604020202020204" pitchFamily="34" charset="0"/>
        <a:buChar char="•"/>
        <a:defRPr sz="1116" kern="1200">
          <a:solidFill>
            <a:schemeClr val="tx1"/>
          </a:solidFill>
          <a:latin typeface="+mn-lt"/>
          <a:ea typeface="+mn-ea"/>
          <a:cs typeface="+mn-cs"/>
        </a:defRPr>
      </a:lvl5pPr>
      <a:lvl6pPr marL="1558549" indent="-141686" algn="l" defTabSz="566745" rtl="0" eaLnBrk="1" latinLnBrk="0" hangingPunct="1">
        <a:lnSpc>
          <a:spcPct val="90000"/>
        </a:lnSpc>
        <a:spcBef>
          <a:spcPts val="310"/>
        </a:spcBef>
        <a:buFont typeface="Arial" panose="020B0604020202020204" pitchFamily="34" charset="0"/>
        <a:buChar char="•"/>
        <a:defRPr sz="1116" kern="1200">
          <a:solidFill>
            <a:schemeClr val="tx1"/>
          </a:solidFill>
          <a:latin typeface="+mn-lt"/>
          <a:ea typeface="+mn-ea"/>
          <a:cs typeface="+mn-cs"/>
        </a:defRPr>
      </a:lvl6pPr>
      <a:lvl7pPr marL="1841922" indent="-141686" algn="l" defTabSz="566745" rtl="0" eaLnBrk="1" latinLnBrk="0" hangingPunct="1">
        <a:lnSpc>
          <a:spcPct val="90000"/>
        </a:lnSpc>
        <a:spcBef>
          <a:spcPts val="310"/>
        </a:spcBef>
        <a:buFont typeface="Arial" panose="020B0604020202020204" pitchFamily="34" charset="0"/>
        <a:buChar char="•"/>
        <a:defRPr sz="1116" kern="1200">
          <a:solidFill>
            <a:schemeClr val="tx1"/>
          </a:solidFill>
          <a:latin typeface="+mn-lt"/>
          <a:ea typeface="+mn-ea"/>
          <a:cs typeface="+mn-cs"/>
        </a:defRPr>
      </a:lvl7pPr>
      <a:lvl8pPr marL="2125294" indent="-141686" algn="l" defTabSz="566745" rtl="0" eaLnBrk="1" latinLnBrk="0" hangingPunct="1">
        <a:lnSpc>
          <a:spcPct val="90000"/>
        </a:lnSpc>
        <a:spcBef>
          <a:spcPts val="310"/>
        </a:spcBef>
        <a:buFont typeface="Arial" panose="020B0604020202020204" pitchFamily="34" charset="0"/>
        <a:buChar char="•"/>
        <a:defRPr sz="1116" kern="1200">
          <a:solidFill>
            <a:schemeClr val="tx1"/>
          </a:solidFill>
          <a:latin typeface="+mn-lt"/>
          <a:ea typeface="+mn-ea"/>
          <a:cs typeface="+mn-cs"/>
        </a:defRPr>
      </a:lvl8pPr>
      <a:lvl9pPr marL="2408667" indent="-141686" algn="l" defTabSz="566745" rtl="0" eaLnBrk="1" latinLnBrk="0" hangingPunct="1">
        <a:lnSpc>
          <a:spcPct val="90000"/>
        </a:lnSpc>
        <a:spcBef>
          <a:spcPts val="310"/>
        </a:spcBef>
        <a:buFont typeface="Arial" panose="020B0604020202020204" pitchFamily="34" charset="0"/>
        <a:buChar char="•"/>
        <a:defRPr sz="111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66745" rtl="0" eaLnBrk="1" latinLnBrk="0" hangingPunct="1">
        <a:defRPr sz="1116" kern="1200">
          <a:solidFill>
            <a:schemeClr val="tx1"/>
          </a:solidFill>
          <a:latin typeface="+mn-lt"/>
          <a:ea typeface="+mn-ea"/>
          <a:cs typeface="+mn-cs"/>
        </a:defRPr>
      </a:lvl1pPr>
      <a:lvl2pPr marL="283373" algn="l" defTabSz="566745" rtl="0" eaLnBrk="1" latinLnBrk="0" hangingPunct="1">
        <a:defRPr sz="1116" kern="1200">
          <a:solidFill>
            <a:schemeClr val="tx1"/>
          </a:solidFill>
          <a:latin typeface="+mn-lt"/>
          <a:ea typeface="+mn-ea"/>
          <a:cs typeface="+mn-cs"/>
        </a:defRPr>
      </a:lvl2pPr>
      <a:lvl3pPr marL="566745" algn="l" defTabSz="566745" rtl="0" eaLnBrk="1" latinLnBrk="0" hangingPunct="1">
        <a:defRPr sz="1116" kern="1200">
          <a:solidFill>
            <a:schemeClr val="tx1"/>
          </a:solidFill>
          <a:latin typeface="+mn-lt"/>
          <a:ea typeface="+mn-ea"/>
          <a:cs typeface="+mn-cs"/>
        </a:defRPr>
      </a:lvl3pPr>
      <a:lvl4pPr marL="850118" algn="l" defTabSz="566745" rtl="0" eaLnBrk="1" latinLnBrk="0" hangingPunct="1">
        <a:defRPr sz="1116" kern="1200">
          <a:solidFill>
            <a:schemeClr val="tx1"/>
          </a:solidFill>
          <a:latin typeface="+mn-lt"/>
          <a:ea typeface="+mn-ea"/>
          <a:cs typeface="+mn-cs"/>
        </a:defRPr>
      </a:lvl4pPr>
      <a:lvl5pPr marL="1133490" algn="l" defTabSz="566745" rtl="0" eaLnBrk="1" latinLnBrk="0" hangingPunct="1">
        <a:defRPr sz="1116" kern="1200">
          <a:solidFill>
            <a:schemeClr val="tx1"/>
          </a:solidFill>
          <a:latin typeface="+mn-lt"/>
          <a:ea typeface="+mn-ea"/>
          <a:cs typeface="+mn-cs"/>
        </a:defRPr>
      </a:lvl5pPr>
      <a:lvl6pPr marL="1416863" algn="l" defTabSz="566745" rtl="0" eaLnBrk="1" latinLnBrk="0" hangingPunct="1">
        <a:defRPr sz="1116" kern="1200">
          <a:solidFill>
            <a:schemeClr val="tx1"/>
          </a:solidFill>
          <a:latin typeface="+mn-lt"/>
          <a:ea typeface="+mn-ea"/>
          <a:cs typeface="+mn-cs"/>
        </a:defRPr>
      </a:lvl6pPr>
      <a:lvl7pPr marL="1700235" algn="l" defTabSz="566745" rtl="0" eaLnBrk="1" latinLnBrk="0" hangingPunct="1">
        <a:defRPr sz="1116" kern="1200">
          <a:solidFill>
            <a:schemeClr val="tx1"/>
          </a:solidFill>
          <a:latin typeface="+mn-lt"/>
          <a:ea typeface="+mn-ea"/>
          <a:cs typeface="+mn-cs"/>
        </a:defRPr>
      </a:lvl7pPr>
      <a:lvl8pPr marL="1983608" algn="l" defTabSz="566745" rtl="0" eaLnBrk="1" latinLnBrk="0" hangingPunct="1">
        <a:defRPr sz="1116" kern="1200">
          <a:solidFill>
            <a:schemeClr val="tx1"/>
          </a:solidFill>
          <a:latin typeface="+mn-lt"/>
          <a:ea typeface="+mn-ea"/>
          <a:cs typeface="+mn-cs"/>
        </a:defRPr>
      </a:lvl8pPr>
      <a:lvl9pPr marL="2266980" algn="l" defTabSz="566745" rtl="0" eaLnBrk="1" latinLnBrk="0" hangingPunct="1">
        <a:defRPr sz="111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993900" y="523206"/>
            <a:ext cx="4146550" cy="6412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ts val="2000"/>
              </a:lnSpc>
              <a:spcBef>
                <a:spcPts val="100"/>
              </a:spcBef>
              <a:tabLst>
                <a:tab pos="1225550" algn="l"/>
              </a:tabLst>
            </a:pPr>
            <a:r>
              <a:rPr sz="1700" b="1" spc="350" dirty="0">
                <a:solidFill>
                  <a:srgbClr val="00AEEF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MARINE</a:t>
            </a:r>
            <a:r>
              <a:rPr lang="en-US" sz="1700" b="1" spc="350" dirty="0">
                <a:solidFill>
                  <a:srgbClr val="00AEEF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 </a:t>
            </a:r>
            <a:r>
              <a:rPr sz="1700" b="1" spc="350" dirty="0">
                <a:solidFill>
                  <a:srgbClr val="00AEEF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DUPONT </a:t>
            </a:r>
            <a:endParaRPr sz="1700" spc="350" dirty="0">
              <a:latin typeface="Lato Black" panose="020F0502020204030203" pitchFamily="34" charset="0"/>
              <a:ea typeface="Lato Black" panose="020F0502020204030203" pitchFamily="34" charset="0"/>
              <a:cs typeface="Lato Black" panose="020F0502020204030203" pitchFamily="34" charset="0"/>
            </a:endParaRPr>
          </a:p>
          <a:p>
            <a:pPr>
              <a:lnSpc>
                <a:spcPts val="1510"/>
              </a:lnSpc>
            </a:pPr>
            <a:r>
              <a:rPr sz="1300" dirty="0">
                <a:solidFill>
                  <a:srgbClr val="6D6E7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INGÉNIEURE D’AFFAIRES - KEY ACCOUNT MANAGER</a:t>
            </a:r>
            <a:endParaRPr sz="13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>
              <a:lnSpc>
                <a:spcPts val="1430"/>
              </a:lnSpc>
            </a:pPr>
            <a:r>
              <a:rPr sz="1200" dirty="0">
                <a:solidFill>
                  <a:srgbClr val="6D6E7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+12 </a:t>
            </a:r>
            <a:r>
              <a:rPr sz="1200" dirty="0" err="1">
                <a:solidFill>
                  <a:srgbClr val="6D6E7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ans</a:t>
            </a:r>
            <a:r>
              <a:rPr sz="1200" dirty="0">
                <a:solidFill>
                  <a:srgbClr val="6D6E7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sz="1200" dirty="0" err="1">
                <a:solidFill>
                  <a:srgbClr val="6D6E7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d’expérience</a:t>
            </a:r>
            <a:endParaRPr sz="12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44500" y="1956437"/>
            <a:ext cx="802640" cy="16671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000" b="1" spc="200" dirty="0">
                <a:solidFill>
                  <a:srgbClr val="00AEEF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CONTACT </a:t>
            </a:r>
            <a:endParaRPr sz="1000" spc="200" dirty="0">
              <a:latin typeface="Lato Black" panose="020F0502020204030203" pitchFamily="34" charset="0"/>
              <a:ea typeface="Lato Black" panose="020F0502020204030203" pitchFamily="34" charset="0"/>
              <a:cs typeface="Lato Black" panose="020F0502020204030203" pitchFamily="34" charset="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854579" y="1956437"/>
            <a:ext cx="1139825" cy="16671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000" b="1" spc="200" dirty="0">
                <a:solidFill>
                  <a:srgbClr val="00AEEF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EXPÉRIENCES </a:t>
            </a:r>
            <a:endParaRPr sz="1000" spc="200" dirty="0">
              <a:latin typeface="Lato Black" panose="020F0502020204030203" pitchFamily="34" charset="0"/>
              <a:ea typeface="Lato Black" panose="020F0502020204030203" pitchFamily="34" charset="0"/>
              <a:cs typeface="Lato Black" panose="020F0502020204030203" pitchFamily="34" charset="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854579" y="8827158"/>
            <a:ext cx="1400810" cy="16671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000" b="1" spc="200" dirty="0">
                <a:solidFill>
                  <a:srgbClr val="00AEEF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CERTIFICATIONS </a:t>
            </a:r>
            <a:endParaRPr sz="1000" spc="200" dirty="0">
              <a:latin typeface="Lato Black" panose="020F0502020204030203" pitchFamily="34" charset="0"/>
              <a:ea typeface="Lato Black" panose="020F0502020204030203" pitchFamily="34" charset="0"/>
              <a:cs typeface="Lato Black" panose="020F0502020204030203" pitchFamily="34" charset="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44500" y="3405103"/>
            <a:ext cx="622300" cy="16671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000" b="1" spc="200" dirty="0">
                <a:solidFill>
                  <a:srgbClr val="00AEEF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PROFIL </a:t>
            </a:r>
            <a:endParaRPr sz="1000" spc="200" dirty="0">
              <a:latin typeface="Lato Black" panose="020F0502020204030203" pitchFamily="34" charset="0"/>
              <a:ea typeface="Lato Black" panose="020F0502020204030203" pitchFamily="34" charset="0"/>
              <a:cs typeface="Lato Black" panose="020F0502020204030203" pitchFamily="34" charset="0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44500" y="5103346"/>
            <a:ext cx="680720" cy="16671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000" b="1" spc="200" dirty="0">
                <a:solidFill>
                  <a:srgbClr val="00AEEF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ATOUTS </a:t>
            </a:r>
            <a:endParaRPr sz="1000" spc="200" dirty="0">
              <a:latin typeface="Lato Black" panose="020F0502020204030203" pitchFamily="34" charset="0"/>
              <a:ea typeface="Lato Black" panose="020F0502020204030203" pitchFamily="34" charset="0"/>
              <a:cs typeface="Lato Black" panose="020F0502020204030203" pitchFamily="34" charset="0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44500" y="6922248"/>
            <a:ext cx="1034415" cy="16671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000" b="1" spc="200" dirty="0">
                <a:solidFill>
                  <a:srgbClr val="00AEEF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FORMATION </a:t>
            </a:r>
            <a:endParaRPr sz="1000" spc="200" dirty="0">
              <a:latin typeface="Lato Black" panose="020F0502020204030203" pitchFamily="34" charset="0"/>
              <a:ea typeface="Lato Black" panose="020F0502020204030203" pitchFamily="34" charset="0"/>
              <a:cs typeface="Lato Black" panose="020F0502020204030203" pitchFamily="34" charset="0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44500" y="8812449"/>
            <a:ext cx="821055" cy="16671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lang="en-US" sz="1000" b="1" spc="200" dirty="0">
                <a:solidFill>
                  <a:srgbClr val="00AEEF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INTÉRÊTS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3133978" y="2236661"/>
            <a:ext cx="4085337" cy="15901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ts val="1150"/>
              </a:lnSpc>
              <a:spcBef>
                <a:spcPts val="100"/>
              </a:spcBef>
            </a:pPr>
            <a:r>
              <a:rPr sz="1000" b="1" dirty="0">
                <a:solidFill>
                  <a:srgbClr val="00AEE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INGÉNIEURE D’AFFAIRES FRANCE / EUROPE DU SUD</a:t>
            </a:r>
            <a:endParaRPr sz="10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>
              <a:lnSpc>
                <a:spcPts val="1100"/>
              </a:lnSpc>
            </a:pPr>
            <a:r>
              <a:rPr sz="1000" dirty="0">
                <a:solidFill>
                  <a:srgbClr val="6D6E7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PARIS , 01/2015 – PRÉSENT</a:t>
            </a:r>
            <a:endParaRPr sz="10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>
              <a:lnSpc>
                <a:spcPts val="1100"/>
              </a:lnSpc>
            </a:pPr>
            <a:r>
              <a:rPr sz="1000" b="1" dirty="0">
                <a:solidFill>
                  <a:srgbClr val="231F2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Entreprise XXX Division Ibis Biosciences</a:t>
            </a:r>
            <a:endParaRPr sz="10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297815" marR="60960" indent="-114300">
              <a:lnSpc>
                <a:spcPts val="1100"/>
              </a:lnSpc>
              <a:spcBef>
                <a:spcPts val="70"/>
              </a:spcBef>
              <a:buClr>
                <a:srgbClr val="00AEEF"/>
              </a:buClr>
              <a:buFont typeface="Trebuchet MS"/>
              <a:buChar char="&gt;"/>
              <a:tabLst>
                <a:tab pos="298450" algn="l"/>
              </a:tabLst>
            </a:pPr>
            <a:r>
              <a:rPr sz="1000" dirty="0">
                <a:solidFill>
                  <a:srgbClr val="231F2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Lancer une nouvelle plateforme (instruments&amp;réactifs) associant  PCR &amp; Spectométrie de masse à destination des laboratoires de  bactériologie, virologie &amp; mycologie</a:t>
            </a:r>
            <a:endParaRPr sz="10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297815" marR="27305" indent="-114300">
              <a:lnSpc>
                <a:spcPts val="1100"/>
              </a:lnSpc>
              <a:buClr>
                <a:srgbClr val="00AEEF"/>
              </a:buClr>
              <a:buFont typeface="Trebuchet MS"/>
              <a:buChar char="&gt;"/>
              <a:tabLst>
                <a:tab pos="298450" algn="l"/>
              </a:tabLst>
            </a:pPr>
            <a:r>
              <a:rPr sz="1000" dirty="0">
                <a:solidFill>
                  <a:srgbClr val="231F2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Assurer les présentations aux KOL français, belges italiens (</a:t>
            </a:r>
            <a:r>
              <a:rPr sz="1000" dirty="0" err="1">
                <a:solidFill>
                  <a:srgbClr val="231F2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biologistes</a:t>
            </a:r>
            <a:r>
              <a:rPr sz="1000" dirty="0">
                <a:solidFill>
                  <a:srgbClr val="231F2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et réanimateurs)</a:t>
            </a:r>
            <a:endParaRPr sz="10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R="5080">
              <a:lnSpc>
                <a:spcPts val="1100"/>
              </a:lnSpc>
            </a:pPr>
            <a:r>
              <a:rPr sz="1000" dirty="0">
                <a:solidFill>
                  <a:srgbClr val="6D6E7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Réussite : </a:t>
            </a:r>
            <a:r>
              <a:rPr sz="1000" dirty="0">
                <a:solidFill>
                  <a:srgbClr val="231F2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Installation de 4 plateformes (1 FR, 1 BEL et 2 ITA), construction d’un modèle économie, mise en place d’une nouvelle </a:t>
            </a:r>
            <a:r>
              <a:rPr sz="1000" dirty="0" err="1">
                <a:solidFill>
                  <a:srgbClr val="231F2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stratégie</a:t>
            </a:r>
            <a:r>
              <a:rPr sz="1000" dirty="0">
                <a:solidFill>
                  <a:srgbClr val="231F2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marketing</a:t>
            </a:r>
            <a:endParaRPr sz="10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133979" y="4052761"/>
            <a:ext cx="4019550" cy="201337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just">
              <a:lnSpc>
                <a:spcPts val="1150"/>
              </a:lnSpc>
              <a:spcBef>
                <a:spcPts val="100"/>
              </a:spcBef>
            </a:pPr>
            <a:r>
              <a:rPr sz="1000" b="1" dirty="0">
                <a:solidFill>
                  <a:srgbClr val="00AEE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RESPONSABLE RÉGIONALE</a:t>
            </a:r>
            <a:endParaRPr sz="10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algn="just">
              <a:lnSpc>
                <a:spcPts val="1100"/>
              </a:lnSpc>
            </a:pPr>
            <a:r>
              <a:rPr sz="1000" dirty="0">
                <a:solidFill>
                  <a:srgbClr val="6D6E7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PARIS, 08/2010 – 01/2015</a:t>
            </a:r>
            <a:endParaRPr sz="10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algn="just">
              <a:lnSpc>
                <a:spcPts val="1100"/>
              </a:lnSpc>
            </a:pPr>
            <a:r>
              <a:rPr sz="1000" b="1" dirty="0">
                <a:solidFill>
                  <a:srgbClr val="231F2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Entreprise XXX</a:t>
            </a:r>
            <a:endParaRPr sz="10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297815" marR="287020" indent="-114300">
              <a:lnSpc>
                <a:spcPts val="1100"/>
              </a:lnSpc>
              <a:spcBef>
                <a:spcPts val="70"/>
              </a:spcBef>
              <a:buClr>
                <a:srgbClr val="00AEEF"/>
              </a:buClr>
              <a:buFont typeface="Trebuchet MS"/>
              <a:buChar char="&gt;"/>
              <a:tabLst>
                <a:tab pos="298450" algn="l"/>
              </a:tabLst>
            </a:pPr>
            <a:r>
              <a:rPr sz="1000" dirty="0">
                <a:solidFill>
                  <a:srgbClr val="231F2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Développer les ventes (Instruments &amp; Réactfs PCR) pour une  clientèle de biologistes publiques et privées</a:t>
            </a:r>
            <a:endParaRPr sz="10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297815" marR="120014" indent="-114300">
              <a:lnSpc>
                <a:spcPts val="1100"/>
              </a:lnSpc>
              <a:buClr>
                <a:srgbClr val="00AEEF"/>
              </a:buClr>
              <a:buFont typeface="Trebuchet MS"/>
              <a:buChar char="&gt;"/>
              <a:tabLst>
                <a:tab pos="298450" algn="l"/>
              </a:tabLst>
            </a:pPr>
            <a:r>
              <a:rPr sz="1000" dirty="0">
                <a:solidFill>
                  <a:srgbClr val="231F2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Gérer et développer les gammes Oncologie, IST, Maladies </a:t>
            </a:r>
            <a:r>
              <a:rPr sz="1000" dirty="0" err="1">
                <a:solidFill>
                  <a:srgbClr val="231F2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infectieuses</a:t>
            </a:r>
            <a:r>
              <a:rPr sz="1000" dirty="0">
                <a:solidFill>
                  <a:srgbClr val="231F2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, Génétique</a:t>
            </a:r>
            <a:endParaRPr sz="10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297815" marR="198755" indent="-114300">
              <a:lnSpc>
                <a:spcPts val="1100"/>
              </a:lnSpc>
              <a:buClr>
                <a:srgbClr val="00AEEF"/>
              </a:buClr>
              <a:buFont typeface="Trebuchet MS"/>
              <a:buChar char="&gt;"/>
              <a:tabLst>
                <a:tab pos="298450" algn="l"/>
              </a:tabLst>
            </a:pPr>
            <a:r>
              <a:rPr sz="1000" dirty="0">
                <a:solidFill>
                  <a:srgbClr val="231F2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Organiser des évènements, Workshops, Staffs cliniciens, Xpert  Mobile</a:t>
            </a:r>
            <a:endParaRPr sz="10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297815" marR="161925" indent="-114300">
              <a:lnSpc>
                <a:spcPts val="1100"/>
              </a:lnSpc>
              <a:buClr>
                <a:srgbClr val="00AEEF"/>
              </a:buClr>
              <a:buFont typeface="Trebuchet MS"/>
              <a:buChar char="&gt;"/>
              <a:tabLst>
                <a:tab pos="298450" algn="l"/>
              </a:tabLst>
            </a:pPr>
            <a:r>
              <a:rPr sz="1000" spc="-20" dirty="0">
                <a:solidFill>
                  <a:srgbClr val="231F2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Assurer les démonstrations et les formations des </a:t>
            </a:r>
            <a:r>
              <a:rPr sz="1000" spc="-20" dirty="0" err="1">
                <a:solidFill>
                  <a:srgbClr val="231F2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équipes</a:t>
            </a:r>
            <a:r>
              <a:rPr sz="1000" spc="-20" dirty="0">
                <a:solidFill>
                  <a:srgbClr val="231F2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techniques pour utiliser les différents kits de réactifs &amp; automates</a:t>
            </a:r>
            <a:endParaRPr sz="1000" spc="-2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R="5080" algn="just">
              <a:lnSpc>
                <a:spcPts val="1100"/>
              </a:lnSpc>
            </a:pPr>
            <a:r>
              <a:rPr sz="1000" dirty="0">
                <a:solidFill>
                  <a:srgbClr val="6D6E7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RÉUSSITES: </a:t>
            </a:r>
            <a:r>
              <a:rPr sz="1000" dirty="0">
                <a:solidFill>
                  <a:srgbClr val="231F2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Évolution de 100 k€ de vente en 2010 et 900 k€ en 2014,  21 nouveaux clients en portefeuille, augmentation du nombre de tests  différents utilisés par compte</a:t>
            </a:r>
            <a:endParaRPr sz="10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133979" y="6287961"/>
            <a:ext cx="4019550" cy="13080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ts val="1150"/>
              </a:lnSpc>
              <a:spcBef>
                <a:spcPts val="100"/>
              </a:spcBef>
            </a:pPr>
            <a:r>
              <a:rPr sz="1000" b="1" dirty="0">
                <a:solidFill>
                  <a:srgbClr val="00AEE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RESPONSABLE COMMERCIALE OUEST</a:t>
            </a:r>
            <a:endParaRPr sz="10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>
              <a:lnSpc>
                <a:spcPts val="1100"/>
              </a:lnSpc>
            </a:pPr>
            <a:r>
              <a:rPr sz="1000" dirty="0">
                <a:solidFill>
                  <a:srgbClr val="6D6E7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PARIS, 08/2008 – 08/2010</a:t>
            </a:r>
            <a:endParaRPr sz="10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>
              <a:lnSpc>
                <a:spcPts val="1100"/>
              </a:lnSpc>
            </a:pPr>
            <a:r>
              <a:rPr sz="1000" b="1" dirty="0">
                <a:solidFill>
                  <a:srgbClr val="231F2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Entreprise XXX</a:t>
            </a:r>
            <a:endParaRPr sz="10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298450" indent="-114935">
              <a:lnSpc>
                <a:spcPts val="1100"/>
              </a:lnSpc>
              <a:buClr>
                <a:srgbClr val="00AEEF"/>
              </a:buClr>
              <a:buFont typeface="Trebuchet MS"/>
              <a:buChar char="&gt;"/>
              <a:tabLst>
                <a:tab pos="298450" algn="l"/>
              </a:tabLst>
            </a:pPr>
            <a:r>
              <a:rPr sz="1000" dirty="0">
                <a:solidFill>
                  <a:srgbClr val="231F2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Gérer le portefeuille client et assurer la prospection</a:t>
            </a:r>
            <a:endParaRPr sz="10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298450" indent="-114935">
              <a:lnSpc>
                <a:spcPts val="1100"/>
              </a:lnSpc>
              <a:buClr>
                <a:srgbClr val="00AEEF"/>
              </a:buClr>
              <a:buFont typeface="Trebuchet MS"/>
              <a:buChar char="&gt;"/>
              <a:tabLst>
                <a:tab pos="298450" algn="l"/>
              </a:tabLst>
            </a:pPr>
            <a:r>
              <a:rPr sz="1000" dirty="0">
                <a:solidFill>
                  <a:srgbClr val="231F2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Dispenser les formations pratiques et théoriques des équipes</a:t>
            </a:r>
            <a:endParaRPr sz="10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297815">
              <a:lnSpc>
                <a:spcPts val="1100"/>
              </a:lnSpc>
            </a:pPr>
            <a:r>
              <a:rPr sz="1000" dirty="0">
                <a:solidFill>
                  <a:srgbClr val="231F2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médicales et paramédicales</a:t>
            </a:r>
            <a:endParaRPr sz="10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298450" indent="-114935">
              <a:lnSpc>
                <a:spcPts val="1100"/>
              </a:lnSpc>
              <a:buClr>
                <a:srgbClr val="00AEEF"/>
              </a:buClr>
              <a:buFont typeface="Trebuchet MS"/>
              <a:buChar char="&gt;"/>
              <a:tabLst>
                <a:tab pos="298450" algn="l"/>
              </a:tabLst>
            </a:pPr>
            <a:r>
              <a:rPr sz="1000" dirty="0">
                <a:solidFill>
                  <a:srgbClr val="231F2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Forecasts trimestriel et annuel</a:t>
            </a:r>
            <a:endParaRPr sz="10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R="5080">
              <a:lnSpc>
                <a:spcPts val="1100"/>
              </a:lnSpc>
              <a:spcBef>
                <a:spcPts val="70"/>
              </a:spcBef>
            </a:pPr>
            <a:r>
              <a:rPr sz="1000" dirty="0">
                <a:solidFill>
                  <a:srgbClr val="6D6E7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RÉUSSITES: </a:t>
            </a:r>
            <a:r>
              <a:rPr sz="1000" dirty="0">
                <a:solidFill>
                  <a:srgbClr val="231F2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Atteinte des objectifs avec 500 k€ de CA de vente </a:t>
            </a:r>
            <a:r>
              <a:rPr sz="1000" dirty="0" err="1">
                <a:solidFill>
                  <a:srgbClr val="231F2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en</a:t>
            </a:r>
            <a:r>
              <a:rPr sz="1000" dirty="0">
                <a:solidFill>
                  <a:srgbClr val="231F2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ligne, forte croissance sur la vente de consommables et d’instruments</a:t>
            </a:r>
            <a:endParaRPr sz="10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133979" y="7824661"/>
            <a:ext cx="3324225" cy="74379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ts val="1150"/>
              </a:lnSpc>
              <a:spcBef>
                <a:spcPts val="100"/>
              </a:spcBef>
            </a:pPr>
            <a:r>
              <a:rPr sz="1000" b="1" dirty="0">
                <a:solidFill>
                  <a:srgbClr val="00AEE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RESPONSABLE EXPORT EU / PRODUITS VÉTÉRINAIRES</a:t>
            </a:r>
            <a:endParaRPr sz="10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>
              <a:lnSpc>
                <a:spcPts val="1100"/>
              </a:lnSpc>
            </a:pPr>
            <a:r>
              <a:rPr sz="1000" dirty="0">
                <a:solidFill>
                  <a:srgbClr val="6D6E7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LONDRES, 09/2004 – 04/2008</a:t>
            </a:r>
            <a:endParaRPr sz="10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>
              <a:lnSpc>
                <a:spcPts val="1100"/>
              </a:lnSpc>
            </a:pPr>
            <a:r>
              <a:rPr sz="1000" b="1" dirty="0">
                <a:solidFill>
                  <a:srgbClr val="231F2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Entreprise XXX</a:t>
            </a:r>
            <a:endParaRPr sz="10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298450" indent="-114935">
              <a:lnSpc>
                <a:spcPts val="1100"/>
              </a:lnSpc>
              <a:buClr>
                <a:srgbClr val="00AEEF"/>
              </a:buClr>
              <a:buFont typeface="Trebuchet MS"/>
              <a:buChar char="&gt;"/>
              <a:tabLst>
                <a:tab pos="298450" algn="l"/>
              </a:tabLst>
            </a:pPr>
            <a:r>
              <a:rPr sz="1000" dirty="0">
                <a:solidFill>
                  <a:srgbClr val="231F2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Gérer le portefeuille client existant (Royaume-Uni)</a:t>
            </a:r>
            <a:endParaRPr sz="10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298450" indent="-114935">
              <a:lnSpc>
                <a:spcPts val="1150"/>
              </a:lnSpc>
              <a:buClr>
                <a:srgbClr val="00AEEF"/>
              </a:buClr>
              <a:buFont typeface="Trebuchet MS"/>
              <a:buChar char="&gt;"/>
              <a:tabLst>
                <a:tab pos="298450" algn="l"/>
              </a:tabLst>
            </a:pPr>
            <a:r>
              <a:rPr sz="1000" dirty="0">
                <a:solidFill>
                  <a:srgbClr val="231F2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Prospecter de nouveaux marchés (Italie et Irlande)</a:t>
            </a:r>
            <a:endParaRPr sz="10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44500" y="3685327"/>
            <a:ext cx="2190750" cy="112851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5080">
              <a:lnSpc>
                <a:spcPts val="1100"/>
              </a:lnSpc>
              <a:spcBef>
                <a:spcPts val="220"/>
              </a:spcBef>
            </a:pPr>
            <a:r>
              <a:rPr sz="1000" spc="-30" dirty="0" err="1">
                <a:solidFill>
                  <a:srgbClr val="231F2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Responsable</a:t>
            </a:r>
            <a:r>
              <a:rPr sz="1000" spc="-30" dirty="0">
                <a:solidFill>
                  <a:srgbClr val="231F2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sz="1000" spc="-30" dirty="0" err="1">
                <a:solidFill>
                  <a:srgbClr val="231F2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commerciale</a:t>
            </a:r>
            <a:r>
              <a:rPr lang="en-US" sz="1000" spc="-30" dirty="0">
                <a:solidFill>
                  <a:srgbClr val="231F2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sz="1000" spc="-30" dirty="0" err="1">
                <a:solidFill>
                  <a:srgbClr val="231F2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expérimentée</a:t>
            </a:r>
            <a:r>
              <a:rPr sz="1000" spc="-30" dirty="0">
                <a:solidFill>
                  <a:srgbClr val="231F2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et technicienne qualifiée,  </a:t>
            </a:r>
            <a:r>
              <a:rPr sz="1000" spc="-30" dirty="0" err="1">
                <a:solidFill>
                  <a:srgbClr val="231F2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mes</a:t>
            </a:r>
            <a:r>
              <a:rPr lang="en-US" sz="1000" spc="-30" dirty="0">
                <a:solidFill>
                  <a:srgbClr val="231F2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sz="1000" spc="-30" dirty="0" err="1">
                <a:solidFill>
                  <a:srgbClr val="231F2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différentes</a:t>
            </a:r>
            <a:r>
              <a:rPr sz="1000" spc="-30" dirty="0">
                <a:solidFill>
                  <a:srgbClr val="231F2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expériences dans le  secteur de la santé m’ont appris à  faire preuve d’une grande rigueur. Je  suis à la recherche d’un nouveau défi  et saurai valoriser mes compétences  et faire preuve d’innovation pour  conquérir de nouveaux marchés.</a:t>
            </a:r>
            <a:endParaRPr sz="1000" spc="-3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44500" y="5358043"/>
            <a:ext cx="426084" cy="45704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>
              <a:lnSpc>
                <a:spcPct val="125000"/>
              </a:lnSpc>
              <a:spcBef>
                <a:spcPts val="100"/>
              </a:spcBef>
            </a:pPr>
            <a:r>
              <a:rPr sz="800" dirty="0">
                <a:solidFill>
                  <a:srgbClr val="231F2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Anglais  Italien  Espagnol</a:t>
            </a:r>
            <a:endParaRPr sz="8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28369" y="6246333"/>
            <a:ext cx="297180" cy="2436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ts val="930"/>
              </a:lnSpc>
              <a:spcBef>
                <a:spcPts val="100"/>
              </a:spcBef>
            </a:pPr>
            <a:r>
              <a:rPr sz="800" dirty="0">
                <a:solidFill>
                  <a:srgbClr val="231F2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Pack</a:t>
            </a:r>
            <a:endParaRPr sz="8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algn="ctr">
              <a:lnSpc>
                <a:spcPts val="930"/>
              </a:lnSpc>
            </a:pPr>
            <a:r>
              <a:rPr sz="800" dirty="0">
                <a:solidFill>
                  <a:srgbClr val="231F2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Office</a:t>
            </a:r>
            <a:endParaRPr sz="8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162557" y="6244651"/>
            <a:ext cx="521334" cy="261620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R="5080" algn="ctr">
              <a:lnSpc>
                <a:spcPts val="900"/>
              </a:lnSpc>
              <a:spcBef>
                <a:spcPts val="180"/>
              </a:spcBef>
            </a:pPr>
            <a:r>
              <a:rPr sz="800" dirty="0">
                <a:solidFill>
                  <a:srgbClr val="231F2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SalesForce.  com</a:t>
            </a:r>
            <a:endParaRPr sz="8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352221" y="6244651"/>
            <a:ext cx="496570" cy="2436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ts val="930"/>
              </a:lnSpc>
              <a:spcBef>
                <a:spcPts val="100"/>
              </a:spcBef>
            </a:pPr>
            <a:r>
              <a:rPr sz="800" dirty="0">
                <a:solidFill>
                  <a:srgbClr val="231F2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CRM ACT!</a:t>
            </a:r>
            <a:endParaRPr sz="8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algn="ctr">
              <a:lnSpc>
                <a:spcPts val="930"/>
              </a:lnSpc>
            </a:pPr>
            <a:r>
              <a:rPr sz="800" dirty="0">
                <a:solidFill>
                  <a:srgbClr val="231F2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(SAGE)</a:t>
            </a:r>
            <a:endParaRPr sz="8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779780" y="7202471"/>
            <a:ext cx="1936750" cy="1295225"/>
          </a:xfrm>
          <a:prstGeom prst="rect">
            <a:avLst/>
          </a:prstGeom>
        </p:spPr>
        <p:txBody>
          <a:bodyPr vert="horz" wrap="square" lIns="0" tIns="27939" rIns="0" bIns="0" rtlCol="0">
            <a:spAutoFit/>
          </a:bodyPr>
          <a:lstStyle/>
          <a:p>
            <a:pPr marR="224790" algn="just">
              <a:lnSpc>
                <a:spcPts val="1100"/>
              </a:lnSpc>
              <a:spcBef>
                <a:spcPts val="219"/>
              </a:spcBef>
            </a:pPr>
            <a:r>
              <a:rPr sz="1000" b="1" dirty="0">
                <a:solidFill>
                  <a:srgbClr val="00AEE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MASTER EN MARKETING ET  GESTION DES ENTREPRISES  </a:t>
            </a:r>
            <a:r>
              <a:rPr sz="1000" dirty="0">
                <a:solidFill>
                  <a:srgbClr val="6D6E7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ECOLE XXX, 2008</a:t>
            </a:r>
            <a:endParaRPr sz="10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algn="just">
              <a:lnSpc>
                <a:spcPts val="1080"/>
              </a:lnSpc>
            </a:pPr>
            <a:r>
              <a:rPr sz="1000" b="1" dirty="0">
                <a:solidFill>
                  <a:srgbClr val="231F2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Stage de fin d’études en Chine</a:t>
            </a:r>
            <a:endParaRPr sz="10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9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R="5080">
              <a:lnSpc>
                <a:spcPts val="1100"/>
              </a:lnSpc>
            </a:pPr>
            <a:r>
              <a:rPr sz="1000" b="1" dirty="0">
                <a:solidFill>
                  <a:srgbClr val="00C0F3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BREVET DE TECHNICIEN  SUPÉRIEUR COMMERCE INTERNATIONAL</a:t>
            </a:r>
            <a:endParaRPr sz="10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>
              <a:lnSpc>
                <a:spcPts val="1080"/>
              </a:lnSpc>
            </a:pPr>
            <a:r>
              <a:rPr sz="1000" dirty="0">
                <a:solidFill>
                  <a:srgbClr val="6D6E7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ECOLE XXX, 2005</a:t>
            </a:r>
            <a:endParaRPr sz="10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158235" y="9178614"/>
            <a:ext cx="2120265" cy="16671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000" b="1" dirty="0">
                <a:solidFill>
                  <a:srgbClr val="00AEE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CERTIFICATION SALESFORCE.COM</a:t>
            </a:r>
            <a:endParaRPr sz="10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3158235" y="9483414"/>
            <a:ext cx="2866390" cy="16671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000" b="1" dirty="0">
                <a:solidFill>
                  <a:srgbClr val="00AEE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STRATEGIC SELLING : MILLER HEIMAN ALUMNI</a:t>
            </a:r>
            <a:endParaRPr sz="10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3158235" y="9788214"/>
            <a:ext cx="277304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>
              <a:lnSpc>
                <a:spcPct val="100000"/>
              </a:lnSpc>
              <a:spcBef>
                <a:spcPts val="100"/>
              </a:spcBef>
            </a:pPr>
            <a:r>
              <a:rPr sz="1000" b="1" dirty="0">
                <a:solidFill>
                  <a:srgbClr val="00AEE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CERTIFICATION ETHICS &amp; COMPLIANCE : THE  LEGAL KNOWLEDGE CO.</a:t>
            </a:r>
            <a:endParaRPr sz="10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2951479" y="2285099"/>
            <a:ext cx="75565" cy="6336030"/>
            <a:chOff x="2951479" y="2285099"/>
            <a:chExt cx="75565" cy="6336030"/>
          </a:xfrm>
        </p:grpSpPr>
        <p:pic>
          <p:nvPicPr>
            <p:cNvPr id="25" name="object 2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951479" y="2285099"/>
              <a:ext cx="73151" cy="73151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951479" y="4108006"/>
              <a:ext cx="73151" cy="73151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2956051" y="2380195"/>
              <a:ext cx="64135" cy="1694814"/>
            </a:xfrm>
            <a:custGeom>
              <a:avLst/>
              <a:gdLst/>
              <a:ahLst/>
              <a:cxnLst/>
              <a:rect l="l" t="t" r="r" b="b"/>
              <a:pathLst>
                <a:path w="64135" h="1694814">
                  <a:moveTo>
                    <a:pt x="64007" y="0"/>
                  </a:moveTo>
                  <a:lnTo>
                    <a:pt x="0" y="0"/>
                  </a:lnTo>
                  <a:lnTo>
                    <a:pt x="0" y="1694789"/>
                  </a:lnTo>
                  <a:lnTo>
                    <a:pt x="64007" y="1694789"/>
                  </a:lnTo>
                  <a:lnTo>
                    <a:pt x="64007" y="0"/>
                  </a:lnTo>
                  <a:close/>
                </a:path>
              </a:pathLst>
            </a:custGeom>
            <a:solidFill>
              <a:srgbClr val="E6E7E8"/>
            </a:solidFill>
          </p:spPr>
          <p:txBody>
            <a:bodyPr wrap="square" lIns="0" tIns="0" rIns="0" bIns="0" rtlCol="0"/>
            <a:lstStyle/>
            <a:p>
              <a:endPara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pic>
          <p:nvPicPr>
            <p:cNvPr id="28" name="object 2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953511" y="6343652"/>
              <a:ext cx="73151" cy="73151"/>
            </a:xfrm>
            <a:prstGeom prst="rect">
              <a:avLst/>
            </a:prstGeom>
          </p:spPr>
        </p:pic>
        <p:sp>
          <p:nvSpPr>
            <p:cNvPr id="29" name="object 29"/>
            <p:cNvSpPr/>
            <p:nvPr/>
          </p:nvSpPr>
          <p:spPr>
            <a:xfrm>
              <a:off x="2956051" y="4199445"/>
              <a:ext cx="64135" cy="2115820"/>
            </a:xfrm>
            <a:custGeom>
              <a:avLst/>
              <a:gdLst/>
              <a:ahLst/>
              <a:cxnLst/>
              <a:rect l="l" t="t" r="r" b="b"/>
              <a:pathLst>
                <a:path w="64135" h="2115820">
                  <a:moveTo>
                    <a:pt x="64007" y="0"/>
                  </a:moveTo>
                  <a:lnTo>
                    <a:pt x="0" y="0"/>
                  </a:lnTo>
                  <a:lnTo>
                    <a:pt x="0" y="2115820"/>
                  </a:lnTo>
                  <a:lnTo>
                    <a:pt x="64007" y="2115820"/>
                  </a:lnTo>
                  <a:lnTo>
                    <a:pt x="64007" y="0"/>
                  </a:lnTo>
                  <a:close/>
                </a:path>
              </a:pathLst>
            </a:custGeom>
            <a:solidFill>
              <a:srgbClr val="E6E7E8"/>
            </a:solidFill>
          </p:spPr>
          <p:txBody>
            <a:bodyPr wrap="square" lIns="0" tIns="0" rIns="0" bIns="0" rtlCol="0"/>
            <a:lstStyle/>
            <a:p>
              <a:endPara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pic>
          <p:nvPicPr>
            <p:cNvPr id="30" name="object 3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953511" y="7889867"/>
              <a:ext cx="73151" cy="73151"/>
            </a:xfrm>
            <a:prstGeom prst="rect">
              <a:avLst/>
            </a:prstGeom>
          </p:spPr>
        </p:pic>
        <p:sp>
          <p:nvSpPr>
            <p:cNvPr id="31" name="object 31"/>
            <p:cNvSpPr/>
            <p:nvPr/>
          </p:nvSpPr>
          <p:spPr>
            <a:xfrm>
              <a:off x="2958084" y="6445757"/>
              <a:ext cx="64135" cy="2175510"/>
            </a:xfrm>
            <a:custGeom>
              <a:avLst/>
              <a:gdLst/>
              <a:ahLst/>
              <a:cxnLst/>
              <a:rect l="l" t="t" r="r" b="b"/>
              <a:pathLst>
                <a:path w="64135" h="2175509">
                  <a:moveTo>
                    <a:pt x="63995" y="1535188"/>
                  </a:moveTo>
                  <a:lnTo>
                    <a:pt x="0" y="1535188"/>
                  </a:lnTo>
                  <a:lnTo>
                    <a:pt x="0" y="2175268"/>
                  </a:lnTo>
                  <a:lnTo>
                    <a:pt x="63995" y="2175268"/>
                  </a:lnTo>
                  <a:lnTo>
                    <a:pt x="63995" y="1535188"/>
                  </a:lnTo>
                  <a:close/>
                </a:path>
                <a:path w="64135" h="2175509">
                  <a:moveTo>
                    <a:pt x="63995" y="0"/>
                  </a:moveTo>
                  <a:lnTo>
                    <a:pt x="0" y="0"/>
                  </a:lnTo>
                  <a:lnTo>
                    <a:pt x="0" y="1414843"/>
                  </a:lnTo>
                  <a:lnTo>
                    <a:pt x="63995" y="1414843"/>
                  </a:lnTo>
                  <a:lnTo>
                    <a:pt x="63995" y="0"/>
                  </a:lnTo>
                  <a:close/>
                </a:path>
              </a:pathLst>
            </a:custGeom>
            <a:solidFill>
              <a:srgbClr val="E6E7E8"/>
            </a:solidFill>
          </p:spPr>
          <p:txBody>
            <a:bodyPr wrap="square" lIns="0" tIns="0" rIns="0" bIns="0" rtlCol="0"/>
            <a:lstStyle/>
            <a:p>
              <a:endPara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</p:grpSp>
      <p:grpSp>
        <p:nvGrpSpPr>
          <p:cNvPr id="32" name="object 32"/>
          <p:cNvGrpSpPr/>
          <p:nvPr/>
        </p:nvGrpSpPr>
        <p:grpSpPr>
          <a:xfrm>
            <a:off x="609600" y="7239938"/>
            <a:ext cx="73152" cy="1173951"/>
            <a:chOff x="609600" y="7239938"/>
            <a:chExt cx="73152" cy="1173951"/>
          </a:xfrm>
        </p:grpSpPr>
        <p:pic>
          <p:nvPicPr>
            <p:cNvPr id="33" name="object 3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09600" y="7239938"/>
              <a:ext cx="73152" cy="73151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09600" y="7949614"/>
              <a:ext cx="73152" cy="73151"/>
            </a:xfrm>
            <a:prstGeom prst="rect">
              <a:avLst/>
            </a:prstGeom>
          </p:spPr>
        </p:pic>
        <p:sp>
          <p:nvSpPr>
            <p:cNvPr id="35" name="object 35"/>
            <p:cNvSpPr/>
            <p:nvPr/>
          </p:nvSpPr>
          <p:spPr>
            <a:xfrm>
              <a:off x="614172" y="7335024"/>
              <a:ext cx="64135" cy="1078865"/>
            </a:xfrm>
            <a:custGeom>
              <a:avLst/>
              <a:gdLst/>
              <a:ahLst/>
              <a:cxnLst/>
              <a:rect l="l" t="t" r="r" b="b"/>
              <a:pathLst>
                <a:path w="64134" h="1078865">
                  <a:moveTo>
                    <a:pt x="64008" y="721525"/>
                  </a:moveTo>
                  <a:lnTo>
                    <a:pt x="0" y="721525"/>
                  </a:lnTo>
                  <a:lnTo>
                    <a:pt x="0" y="1078776"/>
                  </a:lnTo>
                  <a:lnTo>
                    <a:pt x="64008" y="1078776"/>
                  </a:lnTo>
                  <a:lnTo>
                    <a:pt x="64008" y="721525"/>
                  </a:lnTo>
                  <a:close/>
                </a:path>
                <a:path w="64134" h="1078865">
                  <a:moveTo>
                    <a:pt x="64008" y="0"/>
                  </a:moveTo>
                  <a:lnTo>
                    <a:pt x="0" y="0"/>
                  </a:lnTo>
                  <a:lnTo>
                    <a:pt x="0" y="585190"/>
                  </a:lnTo>
                  <a:lnTo>
                    <a:pt x="64008" y="585190"/>
                  </a:lnTo>
                  <a:lnTo>
                    <a:pt x="64008" y="0"/>
                  </a:lnTo>
                  <a:close/>
                </a:path>
              </a:pathLst>
            </a:custGeom>
            <a:solidFill>
              <a:srgbClr val="E6E7E8"/>
            </a:solidFill>
          </p:spPr>
          <p:txBody>
            <a:bodyPr wrap="square" lIns="0" tIns="0" rIns="0" bIns="0" rtlCol="0"/>
            <a:lstStyle/>
            <a:p>
              <a:endPara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</p:grpSp>
      <p:grpSp>
        <p:nvGrpSpPr>
          <p:cNvPr id="36" name="object 36"/>
          <p:cNvGrpSpPr/>
          <p:nvPr/>
        </p:nvGrpSpPr>
        <p:grpSpPr>
          <a:xfrm>
            <a:off x="2988055" y="9216079"/>
            <a:ext cx="73660" cy="906780"/>
            <a:chOff x="2988055" y="9216079"/>
            <a:chExt cx="73660" cy="906780"/>
          </a:xfrm>
        </p:grpSpPr>
        <p:pic>
          <p:nvPicPr>
            <p:cNvPr id="37" name="object 3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988055" y="9216079"/>
              <a:ext cx="73151" cy="73152"/>
            </a:xfrm>
            <a:prstGeom prst="rect">
              <a:avLst/>
            </a:prstGeom>
          </p:spPr>
        </p:pic>
        <p:pic>
          <p:nvPicPr>
            <p:cNvPr id="38" name="object 3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988055" y="9528821"/>
              <a:ext cx="73151" cy="73152"/>
            </a:xfrm>
            <a:prstGeom prst="rect">
              <a:avLst/>
            </a:prstGeom>
          </p:spPr>
        </p:pic>
        <p:sp>
          <p:nvSpPr>
            <p:cNvPr id="39" name="object 39"/>
            <p:cNvSpPr/>
            <p:nvPr/>
          </p:nvSpPr>
          <p:spPr>
            <a:xfrm>
              <a:off x="2992627" y="9311183"/>
              <a:ext cx="64135" cy="193675"/>
            </a:xfrm>
            <a:custGeom>
              <a:avLst/>
              <a:gdLst/>
              <a:ahLst/>
              <a:cxnLst/>
              <a:rect l="l" t="t" r="r" b="b"/>
              <a:pathLst>
                <a:path w="64135" h="193675">
                  <a:moveTo>
                    <a:pt x="64007" y="0"/>
                  </a:moveTo>
                  <a:lnTo>
                    <a:pt x="0" y="0"/>
                  </a:lnTo>
                  <a:lnTo>
                    <a:pt x="0" y="193154"/>
                  </a:lnTo>
                  <a:lnTo>
                    <a:pt x="64007" y="193154"/>
                  </a:lnTo>
                  <a:lnTo>
                    <a:pt x="64007" y="0"/>
                  </a:lnTo>
                  <a:close/>
                </a:path>
              </a:pathLst>
            </a:custGeom>
            <a:solidFill>
              <a:srgbClr val="E6E7E8"/>
            </a:solidFill>
          </p:spPr>
          <p:txBody>
            <a:bodyPr wrap="square" lIns="0" tIns="0" rIns="0" bIns="0" rtlCol="0"/>
            <a:lstStyle/>
            <a:p>
              <a:endPara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pic>
          <p:nvPicPr>
            <p:cNvPr id="40" name="object 4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988055" y="9839415"/>
              <a:ext cx="73151" cy="73152"/>
            </a:xfrm>
            <a:prstGeom prst="rect">
              <a:avLst/>
            </a:prstGeom>
          </p:spPr>
        </p:pic>
        <p:sp>
          <p:nvSpPr>
            <p:cNvPr id="41" name="object 41"/>
            <p:cNvSpPr/>
            <p:nvPr/>
          </p:nvSpPr>
          <p:spPr>
            <a:xfrm>
              <a:off x="2992628" y="9626460"/>
              <a:ext cx="64135" cy="495934"/>
            </a:xfrm>
            <a:custGeom>
              <a:avLst/>
              <a:gdLst/>
              <a:ahLst/>
              <a:cxnLst/>
              <a:rect l="l" t="t" r="r" b="b"/>
              <a:pathLst>
                <a:path w="64135" h="495934">
                  <a:moveTo>
                    <a:pt x="63995" y="321818"/>
                  </a:moveTo>
                  <a:lnTo>
                    <a:pt x="0" y="321818"/>
                  </a:lnTo>
                  <a:lnTo>
                    <a:pt x="0" y="495909"/>
                  </a:lnTo>
                  <a:lnTo>
                    <a:pt x="63995" y="495909"/>
                  </a:lnTo>
                  <a:lnTo>
                    <a:pt x="63995" y="321818"/>
                  </a:lnTo>
                  <a:close/>
                </a:path>
                <a:path w="64135" h="495934">
                  <a:moveTo>
                    <a:pt x="63995" y="0"/>
                  </a:moveTo>
                  <a:lnTo>
                    <a:pt x="0" y="0"/>
                  </a:lnTo>
                  <a:lnTo>
                    <a:pt x="0" y="174091"/>
                  </a:lnTo>
                  <a:lnTo>
                    <a:pt x="63995" y="174091"/>
                  </a:lnTo>
                  <a:lnTo>
                    <a:pt x="63995" y="0"/>
                  </a:lnTo>
                  <a:close/>
                </a:path>
              </a:pathLst>
            </a:custGeom>
            <a:solidFill>
              <a:srgbClr val="E6E7E8"/>
            </a:solidFill>
          </p:spPr>
          <p:txBody>
            <a:bodyPr wrap="square" lIns="0" tIns="0" rIns="0" bIns="0" rtlCol="0"/>
            <a:lstStyle/>
            <a:p>
              <a:endPara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</p:grpSp>
      <p:grpSp>
        <p:nvGrpSpPr>
          <p:cNvPr id="42" name="object 42"/>
          <p:cNvGrpSpPr/>
          <p:nvPr/>
        </p:nvGrpSpPr>
        <p:grpSpPr>
          <a:xfrm>
            <a:off x="457198" y="6063339"/>
            <a:ext cx="640080" cy="640080"/>
            <a:chOff x="457198" y="6063339"/>
            <a:chExt cx="640080" cy="640080"/>
          </a:xfrm>
        </p:grpSpPr>
        <p:sp>
          <p:nvSpPr>
            <p:cNvPr id="43" name="object 43"/>
            <p:cNvSpPr/>
            <p:nvPr/>
          </p:nvSpPr>
          <p:spPr>
            <a:xfrm>
              <a:off x="457198" y="6063339"/>
              <a:ext cx="640080" cy="640080"/>
            </a:xfrm>
            <a:custGeom>
              <a:avLst/>
              <a:gdLst/>
              <a:ahLst/>
              <a:cxnLst/>
              <a:rect l="l" t="t" r="r" b="b"/>
              <a:pathLst>
                <a:path w="640080" h="640079">
                  <a:moveTo>
                    <a:pt x="320040" y="0"/>
                  </a:moveTo>
                  <a:lnTo>
                    <a:pt x="272745" y="3469"/>
                  </a:lnTo>
                  <a:lnTo>
                    <a:pt x="227606" y="13549"/>
                  </a:lnTo>
                  <a:lnTo>
                    <a:pt x="185116" y="29744"/>
                  </a:lnTo>
                  <a:lnTo>
                    <a:pt x="145772" y="51559"/>
                  </a:lnTo>
                  <a:lnTo>
                    <a:pt x="110068" y="78498"/>
                  </a:lnTo>
                  <a:lnTo>
                    <a:pt x="78498" y="110068"/>
                  </a:lnTo>
                  <a:lnTo>
                    <a:pt x="51559" y="145772"/>
                  </a:lnTo>
                  <a:lnTo>
                    <a:pt x="29744" y="185116"/>
                  </a:lnTo>
                  <a:lnTo>
                    <a:pt x="13549" y="227606"/>
                  </a:lnTo>
                  <a:lnTo>
                    <a:pt x="3469" y="272745"/>
                  </a:lnTo>
                  <a:lnTo>
                    <a:pt x="0" y="320039"/>
                  </a:lnTo>
                  <a:lnTo>
                    <a:pt x="3469" y="367334"/>
                  </a:lnTo>
                  <a:lnTo>
                    <a:pt x="13549" y="412473"/>
                  </a:lnTo>
                  <a:lnTo>
                    <a:pt x="29744" y="454963"/>
                  </a:lnTo>
                  <a:lnTo>
                    <a:pt x="51559" y="494307"/>
                  </a:lnTo>
                  <a:lnTo>
                    <a:pt x="78498" y="530011"/>
                  </a:lnTo>
                  <a:lnTo>
                    <a:pt x="110068" y="561581"/>
                  </a:lnTo>
                  <a:lnTo>
                    <a:pt x="145772" y="588520"/>
                  </a:lnTo>
                  <a:lnTo>
                    <a:pt x="185116" y="610335"/>
                  </a:lnTo>
                  <a:lnTo>
                    <a:pt x="227606" y="626530"/>
                  </a:lnTo>
                  <a:lnTo>
                    <a:pt x="272745" y="636610"/>
                  </a:lnTo>
                  <a:lnTo>
                    <a:pt x="320040" y="640079"/>
                  </a:lnTo>
                  <a:lnTo>
                    <a:pt x="367334" y="636610"/>
                  </a:lnTo>
                  <a:lnTo>
                    <a:pt x="412473" y="626530"/>
                  </a:lnTo>
                  <a:lnTo>
                    <a:pt x="454963" y="610335"/>
                  </a:lnTo>
                  <a:lnTo>
                    <a:pt x="483776" y="594359"/>
                  </a:lnTo>
                  <a:lnTo>
                    <a:pt x="320040" y="594359"/>
                  </a:lnTo>
                  <a:lnTo>
                    <a:pt x="270731" y="589940"/>
                  </a:lnTo>
                  <a:lnTo>
                    <a:pt x="224322" y="577197"/>
                  </a:lnTo>
                  <a:lnTo>
                    <a:pt x="181587" y="556906"/>
                  </a:lnTo>
                  <a:lnTo>
                    <a:pt x="143300" y="529841"/>
                  </a:lnTo>
                  <a:lnTo>
                    <a:pt x="110238" y="496779"/>
                  </a:lnTo>
                  <a:lnTo>
                    <a:pt x="83173" y="458492"/>
                  </a:lnTo>
                  <a:lnTo>
                    <a:pt x="62882" y="415757"/>
                  </a:lnTo>
                  <a:lnTo>
                    <a:pt x="50139" y="369348"/>
                  </a:lnTo>
                  <a:lnTo>
                    <a:pt x="45720" y="320039"/>
                  </a:lnTo>
                  <a:lnTo>
                    <a:pt x="50139" y="270731"/>
                  </a:lnTo>
                  <a:lnTo>
                    <a:pt x="62882" y="224322"/>
                  </a:lnTo>
                  <a:lnTo>
                    <a:pt x="83173" y="181587"/>
                  </a:lnTo>
                  <a:lnTo>
                    <a:pt x="110238" y="143300"/>
                  </a:lnTo>
                  <a:lnTo>
                    <a:pt x="143300" y="110238"/>
                  </a:lnTo>
                  <a:lnTo>
                    <a:pt x="181587" y="83173"/>
                  </a:lnTo>
                  <a:lnTo>
                    <a:pt x="224322" y="62882"/>
                  </a:lnTo>
                  <a:lnTo>
                    <a:pt x="270731" y="50139"/>
                  </a:lnTo>
                  <a:lnTo>
                    <a:pt x="320040" y="45719"/>
                  </a:lnTo>
                  <a:lnTo>
                    <a:pt x="483776" y="45719"/>
                  </a:lnTo>
                  <a:lnTo>
                    <a:pt x="454963" y="29744"/>
                  </a:lnTo>
                  <a:lnTo>
                    <a:pt x="412473" y="13549"/>
                  </a:lnTo>
                  <a:lnTo>
                    <a:pt x="367334" y="3469"/>
                  </a:lnTo>
                  <a:lnTo>
                    <a:pt x="320040" y="0"/>
                  </a:lnTo>
                  <a:close/>
                </a:path>
                <a:path w="640080" h="640079">
                  <a:moveTo>
                    <a:pt x="483776" y="45719"/>
                  </a:moveTo>
                  <a:lnTo>
                    <a:pt x="320040" y="45719"/>
                  </a:lnTo>
                  <a:lnTo>
                    <a:pt x="369348" y="50139"/>
                  </a:lnTo>
                  <a:lnTo>
                    <a:pt x="415757" y="62882"/>
                  </a:lnTo>
                  <a:lnTo>
                    <a:pt x="458492" y="83173"/>
                  </a:lnTo>
                  <a:lnTo>
                    <a:pt x="496779" y="110238"/>
                  </a:lnTo>
                  <a:lnTo>
                    <a:pt x="529841" y="143300"/>
                  </a:lnTo>
                  <a:lnTo>
                    <a:pt x="556906" y="181587"/>
                  </a:lnTo>
                  <a:lnTo>
                    <a:pt x="577197" y="224322"/>
                  </a:lnTo>
                  <a:lnTo>
                    <a:pt x="589940" y="270731"/>
                  </a:lnTo>
                  <a:lnTo>
                    <a:pt x="594360" y="320039"/>
                  </a:lnTo>
                  <a:lnTo>
                    <a:pt x="589940" y="369348"/>
                  </a:lnTo>
                  <a:lnTo>
                    <a:pt x="577197" y="415757"/>
                  </a:lnTo>
                  <a:lnTo>
                    <a:pt x="556906" y="458492"/>
                  </a:lnTo>
                  <a:lnTo>
                    <a:pt x="529841" y="496779"/>
                  </a:lnTo>
                  <a:lnTo>
                    <a:pt x="496779" y="529841"/>
                  </a:lnTo>
                  <a:lnTo>
                    <a:pt x="458492" y="556906"/>
                  </a:lnTo>
                  <a:lnTo>
                    <a:pt x="415757" y="577197"/>
                  </a:lnTo>
                  <a:lnTo>
                    <a:pt x="369348" y="589940"/>
                  </a:lnTo>
                  <a:lnTo>
                    <a:pt x="320040" y="594359"/>
                  </a:lnTo>
                  <a:lnTo>
                    <a:pt x="483776" y="594359"/>
                  </a:lnTo>
                  <a:lnTo>
                    <a:pt x="530011" y="561581"/>
                  </a:lnTo>
                  <a:lnTo>
                    <a:pt x="561581" y="530011"/>
                  </a:lnTo>
                  <a:lnTo>
                    <a:pt x="588520" y="494307"/>
                  </a:lnTo>
                  <a:lnTo>
                    <a:pt x="610335" y="454963"/>
                  </a:lnTo>
                  <a:lnTo>
                    <a:pt x="626530" y="412473"/>
                  </a:lnTo>
                  <a:lnTo>
                    <a:pt x="636610" y="367334"/>
                  </a:lnTo>
                  <a:lnTo>
                    <a:pt x="640080" y="320039"/>
                  </a:lnTo>
                  <a:lnTo>
                    <a:pt x="636610" y="272745"/>
                  </a:lnTo>
                  <a:lnTo>
                    <a:pt x="626530" y="227606"/>
                  </a:lnTo>
                  <a:lnTo>
                    <a:pt x="610335" y="185116"/>
                  </a:lnTo>
                  <a:lnTo>
                    <a:pt x="588520" y="145772"/>
                  </a:lnTo>
                  <a:lnTo>
                    <a:pt x="561581" y="110068"/>
                  </a:lnTo>
                  <a:lnTo>
                    <a:pt x="530011" y="78498"/>
                  </a:lnTo>
                  <a:lnTo>
                    <a:pt x="494307" y="51559"/>
                  </a:lnTo>
                  <a:lnTo>
                    <a:pt x="483776" y="45719"/>
                  </a:lnTo>
                  <a:close/>
                </a:path>
              </a:pathLst>
            </a:custGeom>
            <a:solidFill>
              <a:srgbClr val="E6E7E8"/>
            </a:solidFill>
          </p:spPr>
          <p:txBody>
            <a:bodyPr wrap="square" lIns="0" tIns="0" rIns="0" bIns="0" rtlCol="0"/>
            <a:lstStyle/>
            <a:p>
              <a:endPara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44" name="object 44"/>
            <p:cNvSpPr/>
            <p:nvPr/>
          </p:nvSpPr>
          <p:spPr>
            <a:xfrm>
              <a:off x="457198" y="6063339"/>
              <a:ext cx="640080" cy="640080"/>
            </a:xfrm>
            <a:custGeom>
              <a:avLst/>
              <a:gdLst/>
              <a:ahLst/>
              <a:cxnLst/>
              <a:rect l="l" t="t" r="r" b="b"/>
              <a:pathLst>
                <a:path w="640080" h="640079">
                  <a:moveTo>
                    <a:pt x="320040" y="0"/>
                  </a:moveTo>
                  <a:lnTo>
                    <a:pt x="272745" y="3469"/>
                  </a:lnTo>
                  <a:lnTo>
                    <a:pt x="227606" y="13549"/>
                  </a:lnTo>
                  <a:lnTo>
                    <a:pt x="185116" y="29744"/>
                  </a:lnTo>
                  <a:lnTo>
                    <a:pt x="145772" y="51559"/>
                  </a:lnTo>
                  <a:lnTo>
                    <a:pt x="110068" y="78498"/>
                  </a:lnTo>
                  <a:lnTo>
                    <a:pt x="78498" y="110068"/>
                  </a:lnTo>
                  <a:lnTo>
                    <a:pt x="51559" y="145772"/>
                  </a:lnTo>
                  <a:lnTo>
                    <a:pt x="29744" y="185116"/>
                  </a:lnTo>
                  <a:lnTo>
                    <a:pt x="13549" y="227606"/>
                  </a:lnTo>
                  <a:lnTo>
                    <a:pt x="3469" y="272745"/>
                  </a:lnTo>
                  <a:lnTo>
                    <a:pt x="0" y="320039"/>
                  </a:lnTo>
                  <a:lnTo>
                    <a:pt x="3469" y="367334"/>
                  </a:lnTo>
                  <a:lnTo>
                    <a:pt x="13549" y="412473"/>
                  </a:lnTo>
                  <a:lnTo>
                    <a:pt x="29744" y="454963"/>
                  </a:lnTo>
                  <a:lnTo>
                    <a:pt x="51559" y="494307"/>
                  </a:lnTo>
                  <a:lnTo>
                    <a:pt x="78498" y="530011"/>
                  </a:lnTo>
                  <a:lnTo>
                    <a:pt x="110068" y="561581"/>
                  </a:lnTo>
                  <a:lnTo>
                    <a:pt x="145772" y="588520"/>
                  </a:lnTo>
                  <a:lnTo>
                    <a:pt x="185116" y="610335"/>
                  </a:lnTo>
                  <a:lnTo>
                    <a:pt x="227606" y="626530"/>
                  </a:lnTo>
                  <a:lnTo>
                    <a:pt x="272745" y="636610"/>
                  </a:lnTo>
                  <a:lnTo>
                    <a:pt x="320040" y="640079"/>
                  </a:lnTo>
                  <a:lnTo>
                    <a:pt x="367334" y="636610"/>
                  </a:lnTo>
                  <a:lnTo>
                    <a:pt x="412473" y="626530"/>
                  </a:lnTo>
                  <a:lnTo>
                    <a:pt x="454963" y="610335"/>
                  </a:lnTo>
                  <a:lnTo>
                    <a:pt x="483776" y="594359"/>
                  </a:lnTo>
                  <a:lnTo>
                    <a:pt x="320040" y="594359"/>
                  </a:lnTo>
                  <a:lnTo>
                    <a:pt x="270731" y="589940"/>
                  </a:lnTo>
                  <a:lnTo>
                    <a:pt x="224322" y="577197"/>
                  </a:lnTo>
                  <a:lnTo>
                    <a:pt x="181587" y="556906"/>
                  </a:lnTo>
                  <a:lnTo>
                    <a:pt x="143300" y="529841"/>
                  </a:lnTo>
                  <a:lnTo>
                    <a:pt x="110238" y="496779"/>
                  </a:lnTo>
                  <a:lnTo>
                    <a:pt x="83173" y="458492"/>
                  </a:lnTo>
                  <a:lnTo>
                    <a:pt x="62882" y="415757"/>
                  </a:lnTo>
                  <a:lnTo>
                    <a:pt x="50139" y="369348"/>
                  </a:lnTo>
                  <a:lnTo>
                    <a:pt x="45720" y="320039"/>
                  </a:lnTo>
                  <a:lnTo>
                    <a:pt x="50139" y="270731"/>
                  </a:lnTo>
                  <a:lnTo>
                    <a:pt x="62882" y="224322"/>
                  </a:lnTo>
                  <a:lnTo>
                    <a:pt x="83173" y="181587"/>
                  </a:lnTo>
                  <a:lnTo>
                    <a:pt x="110238" y="143300"/>
                  </a:lnTo>
                  <a:lnTo>
                    <a:pt x="143300" y="110238"/>
                  </a:lnTo>
                  <a:lnTo>
                    <a:pt x="181587" y="83173"/>
                  </a:lnTo>
                  <a:lnTo>
                    <a:pt x="224322" y="62882"/>
                  </a:lnTo>
                  <a:lnTo>
                    <a:pt x="270731" y="50139"/>
                  </a:lnTo>
                  <a:lnTo>
                    <a:pt x="320040" y="45719"/>
                  </a:lnTo>
                  <a:lnTo>
                    <a:pt x="483776" y="45719"/>
                  </a:lnTo>
                  <a:lnTo>
                    <a:pt x="454963" y="29744"/>
                  </a:lnTo>
                  <a:lnTo>
                    <a:pt x="412473" y="13549"/>
                  </a:lnTo>
                  <a:lnTo>
                    <a:pt x="367334" y="3469"/>
                  </a:lnTo>
                  <a:lnTo>
                    <a:pt x="320040" y="0"/>
                  </a:lnTo>
                  <a:close/>
                </a:path>
                <a:path w="640080" h="640079">
                  <a:moveTo>
                    <a:pt x="483776" y="45719"/>
                  </a:moveTo>
                  <a:lnTo>
                    <a:pt x="320040" y="45719"/>
                  </a:lnTo>
                  <a:lnTo>
                    <a:pt x="369348" y="50139"/>
                  </a:lnTo>
                  <a:lnTo>
                    <a:pt x="415757" y="62882"/>
                  </a:lnTo>
                  <a:lnTo>
                    <a:pt x="458492" y="83173"/>
                  </a:lnTo>
                  <a:lnTo>
                    <a:pt x="496779" y="110238"/>
                  </a:lnTo>
                  <a:lnTo>
                    <a:pt x="529841" y="143300"/>
                  </a:lnTo>
                  <a:lnTo>
                    <a:pt x="556906" y="181587"/>
                  </a:lnTo>
                  <a:lnTo>
                    <a:pt x="577197" y="224322"/>
                  </a:lnTo>
                  <a:lnTo>
                    <a:pt x="589940" y="270731"/>
                  </a:lnTo>
                  <a:lnTo>
                    <a:pt x="594360" y="320039"/>
                  </a:lnTo>
                  <a:lnTo>
                    <a:pt x="589940" y="369348"/>
                  </a:lnTo>
                  <a:lnTo>
                    <a:pt x="577197" y="415757"/>
                  </a:lnTo>
                  <a:lnTo>
                    <a:pt x="556906" y="458492"/>
                  </a:lnTo>
                  <a:lnTo>
                    <a:pt x="529841" y="496779"/>
                  </a:lnTo>
                  <a:lnTo>
                    <a:pt x="496779" y="529841"/>
                  </a:lnTo>
                  <a:lnTo>
                    <a:pt x="458492" y="556906"/>
                  </a:lnTo>
                  <a:lnTo>
                    <a:pt x="415757" y="577197"/>
                  </a:lnTo>
                  <a:lnTo>
                    <a:pt x="369348" y="589940"/>
                  </a:lnTo>
                  <a:lnTo>
                    <a:pt x="320040" y="594359"/>
                  </a:lnTo>
                  <a:lnTo>
                    <a:pt x="483776" y="594359"/>
                  </a:lnTo>
                  <a:lnTo>
                    <a:pt x="530011" y="561581"/>
                  </a:lnTo>
                  <a:lnTo>
                    <a:pt x="561581" y="530011"/>
                  </a:lnTo>
                  <a:lnTo>
                    <a:pt x="588520" y="494307"/>
                  </a:lnTo>
                  <a:lnTo>
                    <a:pt x="610335" y="454963"/>
                  </a:lnTo>
                  <a:lnTo>
                    <a:pt x="626530" y="412473"/>
                  </a:lnTo>
                  <a:lnTo>
                    <a:pt x="636610" y="367334"/>
                  </a:lnTo>
                  <a:lnTo>
                    <a:pt x="640080" y="320039"/>
                  </a:lnTo>
                  <a:lnTo>
                    <a:pt x="636610" y="272745"/>
                  </a:lnTo>
                  <a:lnTo>
                    <a:pt x="626530" y="227606"/>
                  </a:lnTo>
                  <a:lnTo>
                    <a:pt x="610335" y="185116"/>
                  </a:lnTo>
                  <a:lnTo>
                    <a:pt x="588520" y="145772"/>
                  </a:lnTo>
                  <a:lnTo>
                    <a:pt x="561581" y="110068"/>
                  </a:lnTo>
                  <a:lnTo>
                    <a:pt x="530011" y="78498"/>
                  </a:lnTo>
                  <a:lnTo>
                    <a:pt x="494307" y="51559"/>
                  </a:lnTo>
                  <a:lnTo>
                    <a:pt x="483776" y="45719"/>
                  </a:lnTo>
                  <a:close/>
                </a:path>
              </a:pathLst>
            </a:custGeom>
            <a:solidFill>
              <a:srgbClr val="00AEEF"/>
            </a:solidFill>
          </p:spPr>
          <p:txBody>
            <a:bodyPr wrap="square" lIns="0" tIns="0" rIns="0" bIns="0" rtlCol="0"/>
            <a:lstStyle/>
            <a:p>
              <a:endPara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</p:grpSp>
      <p:grpSp>
        <p:nvGrpSpPr>
          <p:cNvPr id="45" name="object 45"/>
          <p:cNvGrpSpPr/>
          <p:nvPr/>
        </p:nvGrpSpPr>
        <p:grpSpPr>
          <a:xfrm>
            <a:off x="1280160" y="6063339"/>
            <a:ext cx="640080" cy="640080"/>
            <a:chOff x="1280160" y="6063339"/>
            <a:chExt cx="640080" cy="640080"/>
          </a:xfrm>
        </p:grpSpPr>
        <p:sp>
          <p:nvSpPr>
            <p:cNvPr id="46" name="object 46"/>
            <p:cNvSpPr/>
            <p:nvPr/>
          </p:nvSpPr>
          <p:spPr>
            <a:xfrm>
              <a:off x="1280160" y="6063339"/>
              <a:ext cx="640080" cy="640080"/>
            </a:xfrm>
            <a:custGeom>
              <a:avLst/>
              <a:gdLst/>
              <a:ahLst/>
              <a:cxnLst/>
              <a:rect l="l" t="t" r="r" b="b"/>
              <a:pathLst>
                <a:path w="640080" h="640079">
                  <a:moveTo>
                    <a:pt x="320040" y="0"/>
                  </a:moveTo>
                  <a:lnTo>
                    <a:pt x="272745" y="3469"/>
                  </a:lnTo>
                  <a:lnTo>
                    <a:pt x="227606" y="13549"/>
                  </a:lnTo>
                  <a:lnTo>
                    <a:pt x="185116" y="29744"/>
                  </a:lnTo>
                  <a:lnTo>
                    <a:pt x="145772" y="51559"/>
                  </a:lnTo>
                  <a:lnTo>
                    <a:pt x="110068" y="78498"/>
                  </a:lnTo>
                  <a:lnTo>
                    <a:pt x="78498" y="110068"/>
                  </a:lnTo>
                  <a:lnTo>
                    <a:pt x="51559" y="145772"/>
                  </a:lnTo>
                  <a:lnTo>
                    <a:pt x="29744" y="185116"/>
                  </a:lnTo>
                  <a:lnTo>
                    <a:pt x="13549" y="227606"/>
                  </a:lnTo>
                  <a:lnTo>
                    <a:pt x="3469" y="272745"/>
                  </a:lnTo>
                  <a:lnTo>
                    <a:pt x="0" y="320039"/>
                  </a:lnTo>
                  <a:lnTo>
                    <a:pt x="3469" y="367334"/>
                  </a:lnTo>
                  <a:lnTo>
                    <a:pt x="13549" y="412473"/>
                  </a:lnTo>
                  <a:lnTo>
                    <a:pt x="29744" y="454963"/>
                  </a:lnTo>
                  <a:lnTo>
                    <a:pt x="51559" y="494307"/>
                  </a:lnTo>
                  <a:lnTo>
                    <a:pt x="78498" y="530011"/>
                  </a:lnTo>
                  <a:lnTo>
                    <a:pt x="110068" y="561581"/>
                  </a:lnTo>
                  <a:lnTo>
                    <a:pt x="145772" y="588520"/>
                  </a:lnTo>
                  <a:lnTo>
                    <a:pt x="185116" y="610335"/>
                  </a:lnTo>
                  <a:lnTo>
                    <a:pt x="227606" y="626530"/>
                  </a:lnTo>
                  <a:lnTo>
                    <a:pt x="272745" y="636610"/>
                  </a:lnTo>
                  <a:lnTo>
                    <a:pt x="320040" y="640079"/>
                  </a:lnTo>
                  <a:lnTo>
                    <a:pt x="367334" y="636610"/>
                  </a:lnTo>
                  <a:lnTo>
                    <a:pt x="412473" y="626530"/>
                  </a:lnTo>
                  <a:lnTo>
                    <a:pt x="454963" y="610335"/>
                  </a:lnTo>
                  <a:lnTo>
                    <a:pt x="483776" y="594359"/>
                  </a:lnTo>
                  <a:lnTo>
                    <a:pt x="320040" y="594359"/>
                  </a:lnTo>
                  <a:lnTo>
                    <a:pt x="270731" y="589940"/>
                  </a:lnTo>
                  <a:lnTo>
                    <a:pt x="224322" y="577197"/>
                  </a:lnTo>
                  <a:lnTo>
                    <a:pt x="181587" y="556906"/>
                  </a:lnTo>
                  <a:lnTo>
                    <a:pt x="143300" y="529841"/>
                  </a:lnTo>
                  <a:lnTo>
                    <a:pt x="110238" y="496779"/>
                  </a:lnTo>
                  <a:lnTo>
                    <a:pt x="83173" y="458492"/>
                  </a:lnTo>
                  <a:lnTo>
                    <a:pt x="62882" y="415757"/>
                  </a:lnTo>
                  <a:lnTo>
                    <a:pt x="50139" y="369348"/>
                  </a:lnTo>
                  <a:lnTo>
                    <a:pt x="45720" y="320039"/>
                  </a:lnTo>
                  <a:lnTo>
                    <a:pt x="50139" y="270731"/>
                  </a:lnTo>
                  <a:lnTo>
                    <a:pt x="62882" y="224322"/>
                  </a:lnTo>
                  <a:lnTo>
                    <a:pt x="83173" y="181587"/>
                  </a:lnTo>
                  <a:lnTo>
                    <a:pt x="110238" y="143300"/>
                  </a:lnTo>
                  <a:lnTo>
                    <a:pt x="143300" y="110238"/>
                  </a:lnTo>
                  <a:lnTo>
                    <a:pt x="181587" y="83173"/>
                  </a:lnTo>
                  <a:lnTo>
                    <a:pt x="224322" y="62882"/>
                  </a:lnTo>
                  <a:lnTo>
                    <a:pt x="270731" y="50139"/>
                  </a:lnTo>
                  <a:lnTo>
                    <a:pt x="320040" y="45719"/>
                  </a:lnTo>
                  <a:lnTo>
                    <a:pt x="483776" y="45719"/>
                  </a:lnTo>
                  <a:lnTo>
                    <a:pt x="454963" y="29744"/>
                  </a:lnTo>
                  <a:lnTo>
                    <a:pt x="412473" y="13549"/>
                  </a:lnTo>
                  <a:lnTo>
                    <a:pt x="367334" y="3469"/>
                  </a:lnTo>
                  <a:lnTo>
                    <a:pt x="320040" y="0"/>
                  </a:lnTo>
                  <a:close/>
                </a:path>
                <a:path w="640080" h="640079">
                  <a:moveTo>
                    <a:pt x="483776" y="45719"/>
                  </a:moveTo>
                  <a:lnTo>
                    <a:pt x="320040" y="45719"/>
                  </a:lnTo>
                  <a:lnTo>
                    <a:pt x="369348" y="50139"/>
                  </a:lnTo>
                  <a:lnTo>
                    <a:pt x="415757" y="62882"/>
                  </a:lnTo>
                  <a:lnTo>
                    <a:pt x="458492" y="83173"/>
                  </a:lnTo>
                  <a:lnTo>
                    <a:pt x="496779" y="110238"/>
                  </a:lnTo>
                  <a:lnTo>
                    <a:pt x="529841" y="143300"/>
                  </a:lnTo>
                  <a:lnTo>
                    <a:pt x="556906" y="181587"/>
                  </a:lnTo>
                  <a:lnTo>
                    <a:pt x="577197" y="224322"/>
                  </a:lnTo>
                  <a:lnTo>
                    <a:pt x="589940" y="270731"/>
                  </a:lnTo>
                  <a:lnTo>
                    <a:pt x="594360" y="320039"/>
                  </a:lnTo>
                  <a:lnTo>
                    <a:pt x="589940" y="369348"/>
                  </a:lnTo>
                  <a:lnTo>
                    <a:pt x="577197" y="415757"/>
                  </a:lnTo>
                  <a:lnTo>
                    <a:pt x="556906" y="458492"/>
                  </a:lnTo>
                  <a:lnTo>
                    <a:pt x="529841" y="496779"/>
                  </a:lnTo>
                  <a:lnTo>
                    <a:pt x="496779" y="529841"/>
                  </a:lnTo>
                  <a:lnTo>
                    <a:pt x="458492" y="556906"/>
                  </a:lnTo>
                  <a:lnTo>
                    <a:pt x="415757" y="577197"/>
                  </a:lnTo>
                  <a:lnTo>
                    <a:pt x="369348" y="589940"/>
                  </a:lnTo>
                  <a:lnTo>
                    <a:pt x="320040" y="594359"/>
                  </a:lnTo>
                  <a:lnTo>
                    <a:pt x="483776" y="594359"/>
                  </a:lnTo>
                  <a:lnTo>
                    <a:pt x="530011" y="561581"/>
                  </a:lnTo>
                  <a:lnTo>
                    <a:pt x="561581" y="530011"/>
                  </a:lnTo>
                  <a:lnTo>
                    <a:pt x="588520" y="494307"/>
                  </a:lnTo>
                  <a:lnTo>
                    <a:pt x="610335" y="454963"/>
                  </a:lnTo>
                  <a:lnTo>
                    <a:pt x="626530" y="412473"/>
                  </a:lnTo>
                  <a:lnTo>
                    <a:pt x="636610" y="367334"/>
                  </a:lnTo>
                  <a:lnTo>
                    <a:pt x="640080" y="320039"/>
                  </a:lnTo>
                  <a:lnTo>
                    <a:pt x="636610" y="272745"/>
                  </a:lnTo>
                  <a:lnTo>
                    <a:pt x="626530" y="227606"/>
                  </a:lnTo>
                  <a:lnTo>
                    <a:pt x="610335" y="185116"/>
                  </a:lnTo>
                  <a:lnTo>
                    <a:pt x="588520" y="145772"/>
                  </a:lnTo>
                  <a:lnTo>
                    <a:pt x="561581" y="110068"/>
                  </a:lnTo>
                  <a:lnTo>
                    <a:pt x="530011" y="78498"/>
                  </a:lnTo>
                  <a:lnTo>
                    <a:pt x="494307" y="51559"/>
                  </a:lnTo>
                  <a:lnTo>
                    <a:pt x="483776" y="45719"/>
                  </a:lnTo>
                  <a:close/>
                </a:path>
              </a:pathLst>
            </a:custGeom>
            <a:solidFill>
              <a:srgbClr val="E6E7E8"/>
            </a:solidFill>
          </p:spPr>
          <p:txBody>
            <a:bodyPr wrap="square" lIns="0" tIns="0" rIns="0" bIns="0" rtlCol="0"/>
            <a:lstStyle/>
            <a:p>
              <a:endPara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47" name="object 47"/>
            <p:cNvSpPr/>
            <p:nvPr/>
          </p:nvSpPr>
          <p:spPr>
            <a:xfrm>
              <a:off x="1374800" y="6063339"/>
              <a:ext cx="545465" cy="640080"/>
            </a:xfrm>
            <a:custGeom>
              <a:avLst/>
              <a:gdLst/>
              <a:ahLst/>
              <a:cxnLst/>
              <a:rect l="l" t="t" r="r" b="b"/>
              <a:pathLst>
                <a:path w="545464" h="640079">
                  <a:moveTo>
                    <a:pt x="225399" y="0"/>
                  </a:moveTo>
                  <a:lnTo>
                    <a:pt x="225399" y="45719"/>
                  </a:lnTo>
                  <a:lnTo>
                    <a:pt x="274707" y="50139"/>
                  </a:lnTo>
                  <a:lnTo>
                    <a:pt x="321116" y="62882"/>
                  </a:lnTo>
                  <a:lnTo>
                    <a:pt x="363852" y="83173"/>
                  </a:lnTo>
                  <a:lnTo>
                    <a:pt x="402138" y="110238"/>
                  </a:lnTo>
                  <a:lnTo>
                    <a:pt x="435201" y="143300"/>
                  </a:lnTo>
                  <a:lnTo>
                    <a:pt x="462265" y="181587"/>
                  </a:lnTo>
                  <a:lnTo>
                    <a:pt x="482556" y="224322"/>
                  </a:lnTo>
                  <a:lnTo>
                    <a:pt x="495299" y="270731"/>
                  </a:lnTo>
                  <a:lnTo>
                    <a:pt x="499719" y="320039"/>
                  </a:lnTo>
                  <a:lnTo>
                    <a:pt x="495299" y="369348"/>
                  </a:lnTo>
                  <a:lnTo>
                    <a:pt x="482556" y="415757"/>
                  </a:lnTo>
                  <a:lnTo>
                    <a:pt x="462265" y="458492"/>
                  </a:lnTo>
                  <a:lnTo>
                    <a:pt x="435201" y="496779"/>
                  </a:lnTo>
                  <a:lnTo>
                    <a:pt x="402138" y="529841"/>
                  </a:lnTo>
                  <a:lnTo>
                    <a:pt x="363852" y="556906"/>
                  </a:lnTo>
                  <a:lnTo>
                    <a:pt x="321116" y="577197"/>
                  </a:lnTo>
                  <a:lnTo>
                    <a:pt x="274707" y="589940"/>
                  </a:lnTo>
                  <a:lnTo>
                    <a:pt x="225399" y="594359"/>
                  </a:lnTo>
                  <a:lnTo>
                    <a:pt x="172872" y="589295"/>
                  </a:lnTo>
                  <a:lnTo>
                    <a:pt x="123751" y="574757"/>
                  </a:lnTo>
                  <a:lnTo>
                    <a:pt x="78942" y="551733"/>
                  </a:lnTo>
                  <a:lnTo>
                    <a:pt x="39344" y="521207"/>
                  </a:lnTo>
                  <a:lnTo>
                    <a:pt x="36918" y="521207"/>
                  </a:lnTo>
                  <a:lnTo>
                    <a:pt x="0" y="547065"/>
                  </a:lnTo>
                  <a:lnTo>
                    <a:pt x="37205" y="578801"/>
                  </a:lnTo>
                  <a:lnTo>
                    <a:pt x="78989" y="604626"/>
                  </a:lnTo>
                  <a:lnTo>
                    <a:pt x="124711" y="623885"/>
                  </a:lnTo>
                  <a:lnTo>
                    <a:pt x="173728" y="635922"/>
                  </a:lnTo>
                  <a:lnTo>
                    <a:pt x="225399" y="640079"/>
                  </a:lnTo>
                  <a:lnTo>
                    <a:pt x="272693" y="636609"/>
                  </a:lnTo>
                  <a:lnTo>
                    <a:pt x="317833" y="626529"/>
                  </a:lnTo>
                  <a:lnTo>
                    <a:pt x="360322" y="610333"/>
                  </a:lnTo>
                  <a:lnTo>
                    <a:pt x="399667" y="588517"/>
                  </a:lnTo>
                  <a:lnTo>
                    <a:pt x="435371" y="561577"/>
                  </a:lnTo>
                  <a:lnTo>
                    <a:pt x="466941" y="530006"/>
                  </a:lnTo>
                  <a:lnTo>
                    <a:pt x="493880" y="494301"/>
                  </a:lnTo>
                  <a:lnTo>
                    <a:pt x="515695" y="454957"/>
                  </a:lnTo>
                  <a:lnTo>
                    <a:pt x="531889" y="412469"/>
                  </a:lnTo>
                  <a:lnTo>
                    <a:pt x="541969" y="367331"/>
                  </a:lnTo>
                  <a:lnTo>
                    <a:pt x="545439" y="320039"/>
                  </a:lnTo>
                  <a:lnTo>
                    <a:pt x="541969" y="272745"/>
                  </a:lnTo>
                  <a:lnTo>
                    <a:pt x="531889" y="227606"/>
                  </a:lnTo>
                  <a:lnTo>
                    <a:pt x="515695" y="185116"/>
                  </a:lnTo>
                  <a:lnTo>
                    <a:pt x="493880" y="145772"/>
                  </a:lnTo>
                  <a:lnTo>
                    <a:pt x="466941" y="110068"/>
                  </a:lnTo>
                  <a:lnTo>
                    <a:pt x="435371" y="78498"/>
                  </a:lnTo>
                  <a:lnTo>
                    <a:pt x="399667" y="51559"/>
                  </a:lnTo>
                  <a:lnTo>
                    <a:pt x="360322" y="29744"/>
                  </a:lnTo>
                  <a:lnTo>
                    <a:pt x="317833" y="13549"/>
                  </a:lnTo>
                  <a:lnTo>
                    <a:pt x="272693" y="3469"/>
                  </a:lnTo>
                  <a:lnTo>
                    <a:pt x="225399" y="0"/>
                  </a:lnTo>
                  <a:close/>
                </a:path>
              </a:pathLst>
            </a:custGeom>
            <a:solidFill>
              <a:srgbClr val="00AEEF"/>
            </a:solidFill>
          </p:spPr>
          <p:txBody>
            <a:bodyPr wrap="square" lIns="0" tIns="0" rIns="0" bIns="0" rtlCol="0"/>
            <a:lstStyle/>
            <a:p>
              <a:endPara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</p:grpSp>
      <p:grpSp>
        <p:nvGrpSpPr>
          <p:cNvPr id="48" name="object 48"/>
          <p:cNvGrpSpPr/>
          <p:nvPr/>
        </p:nvGrpSpPr>
        <p:grpSpPr>
          <a:xfrm>
            <a:off x="2103121" y="6063339"/>
            <a:ext cx="640080" cy="640080"/>
            <a:chOff x="2103121" y="6063339"/>
            <a:chExt cx="640080" cy="640080"/>
          </a:xfrm>
        </p:grpSpPr>
        <p:sp>
          <p:nvSpPr>
            <p:cNvPr id="49" name="object 49"/>
            <p:cNvSpPr/>
            <p:nvPr/>
          </p:nvSpPr>
          <p:spPr>
            <a:xfrm>
              <a:off x="2103121" y="6063339"/>
              <a:ext cx="640080" cy="640080"/>
            </a:xfrm>
            <a:custGeom>
              <a:avLst/>
              <a:gdLst/>
              <a:ahLst/>
              <a:cxnLst/>
              <a:rect l="l" t="t" r="r" b="b"/>
              <a:pathLst>
                <a:path w="640080" h="640079">
                  <a:moveTo>
                    <a:pt x="320040" y="0"/>
                  </a:moveTo>
                  <a:lnTo>
                    <a:pt x="272745" y="3469"/>
                  </a:lnTo>
                  <a:lnTo>
                    <a:pt x="227606" y="13549"/>
                  </a:lnTo>
                  <a:lnTo>
                    <a:pt x="185116" y="29744"/>
                  </a:lnTo>
                  <a:lnTo>
                    <a:pt x="145772" y="51559"/>
                  </a:lnTo>
                  <a:lnTo>
                    <a:pt x="110068" y="78498"/>
                  </a:lnTo>
                  <a:lnTo>
                    <a:pt x="78498" y="110068"/>
                  </a:lnTo>
                  <a:lnTo>
                    <a:pt x="51559" y="145772"/>
                  </a:lnTo>
                  <a:lnTo>
                    <a:pt x="29744" y="185116"/>
                  </a:lnTo>
                  <a:lnTo>
                    <a:pt x="13549" y="227606"/>
                  </a:lnTo>
                  <a:lnTo>
                    <a:pt x="3469" y="272745"/>
                  </a:lnTo>
                  <a:lnTo>
                    <a:pt x="0" y="320039"/>
                  </a:lnTo>
                  <a:lnTo>
                    <a:pt x="3469" y="367334"/>
                  </a:lnTo>
                  <a:lnTo>
                    <a:pt x="13549" y="412473"/>
                  </a:lnTo>
                  <a:lnTo>
                    <a:pt x="29744" y="454963"/>
                  </a:lnTo>
                  <a:lnTo>
                    <a:pt x="51559" y="494307"/>
                  </a:lnTo>
                  <a:lnTo>
                    <a:pt x="78498" y="530011"/>
                  </a:lnTo>
                  <a:lnTo>
                    <a:pt x="110068" y="561581"/>
                  </a:lnTo>
                  <a:lnTo>
                    <a:pt x="145772" y="588520"/>
                  </a:lnTo>
                  <a:lnTo>
                    <a:pt x="185116" y="610335"/>
                  </a:lnTo>
                  <a:lnTo>
                    <a:pt x="227606" y="626530"/>
                  </a:lnTo>
                  <a:lnTo>
                    <a:pt x="272745" y="636610"/>
                  </a:lnTo>
                  <a:lnTo>
                    <a:pt x="320040" y="640079"/>
                  </a:lnTo>
                  <a:lnTo>
                    <a:pt x="367334" y="636610"/>
                  </a:lnTo>
                  <a:lnTo>
                    <a:pt x="412473" y="626530"/>
                  </a:lnTo>
                  <a:lnTo>
                    <a:pt x="454963" y="610335"/>
                  </a:lnTo>
                  <a:lnTo>
                    <a:pt x="483776" y="594359"/>
                  </a:lnTo>
                  <a:lnTo>
                    <a:pt x="320040" y="594359"/>
                  </a:lnTo>
                  <a:lnTo>
                    <a:pt x="270731" y="589940"/>
                  </a:lnTo>
                  <a:lnTo>
                    <a:pt x="224322" y="577197"/>
                  </a:lnTo>
                  <a:lnTo>
                    <a:pt x="181587" y="556906"/>
                  </a:lnTo>
                  <a:lnTo>
                    <a:pt x="143300" y="529841"/>
                  </a:lnTo>
                  <a:lnTo>
                    <a:pt x="110238" y="496779"/>
                  </a:lnTo>
                  <a:lnTo>
                    <a:pt x="83173" y="458492"/>
                  </a:lnTo>
                  <a:lnTo>
                    <a:pt x="62882" y="415757"/>
                  </a:lnTo>
                  <a:lnTo>
                    <a:pt x="50139" y="369348"/>
                  </a:lnTo>
                  <a:lnTo>
                    <a:pt x="45720" y="320039"/>
                  </a:lnTo>
                  <a:lnTo>
                    <a:pt x="50139" y="270731"/>
                  </a:lnTo>
                  <a:lnTo>
                    <a:pt x="62882" y="224322"/>
                  </a:lnTo>
                  <a:lnTo>
                    <a:pt x="83173" y="181587"/>
                  </a:lnTo>
                  <a:lnTo>
                    <a:pt x="110238" y="143300"/>
                  </a:lnTo>
                  <a:lnTo>
                    <a:pt x="143300" y="110238"/>
                  </a:lnTo>
                  <a:lnTo>
                    <a:pt x="181587" y="83173"/>
                  </a:lnTo>
                  <a:lnTo>
                    <a:pt x="224322" y="62882"/>
                  </a:lnTo>
                  <a:lnTo>
                    <a:pt x="270731" y="50139"/>
                  </a:lnTo>
                  <a:lnTo>
                    <a:pt x="320040" y="45719"/>
                  </a:lnTo>
                  <a:lnTo>
                    <a:pt x="483776" y="45719"/>
                  </a:lnTo>
                  <a:lnTo>
                    <a:pt x="454963" y="29744"/>
                  </a:lnTo>
                  <a:lnTo>
                    <a:pt x="412473" y="13549"/>
                  </a:lnTo>
                  <a:lnTo>
                    <a:pt x="367334" y="3469"/>
                  </a:lnTo>
                  <a:lnTo>
                    <a:pt x="320040" y="0"/>
                  </a:lnTo>
                  <a:close/>
                </a:path>
                <a:path w="640080" h="640079">
                  <a:moveTo>
                    <a:pt x="483776" y="45719"/>
                  </a:moveTo>
                  <a:lnTo>
                    <a:pt x="320040" y="45719"/>
                  </a:lnTo>
                  <a:lnTo>
                    <a:pt x="369348" y="50139"/>
                  </a:lnTo>
                  <a:lnTo>
                    <a:pt x="415757" y="62882"/>
                  </a:lnTo>
                  <a:lnTo>
                    <a:pt x="458492" y="83173"/>
                  </a:lnTo>
                  <a:lnTo>
                    <a:pt x="496779" y="110238"/>
                  </a:lnTo>
                  <a:lnTo>
                    <a:pt x="529841" y="143300"/>
                  </a:lnTo>
                  <a:lnTo>
                    <a:pt x="556906" y="181587"/>
                  </a:lnTo>
                  <a:lnTo>
                    <a:pt x="577197" y="224322"/>
                  </a:lnTo>
                  <a:lnTo>
                    <a:pt x="589940" y="270731"/>
                  </a:lnTo>
                  <a:lnTo>
                    <a:pt x="594360" y="320039"/>
                  </a:lnTo>
                  <a:lnTo>
                    <a:pt x="589940" y="369348"/>
                  </a:lnTo>
                  <a:lnTo>
                    <a:pt x="577197" y="415757"/>
                  </a:lnTo>
                  <a:lnTo>
                    <a:pt x="556906" y="458492"/>
                  </a:lnTo>
                  <a:lnTo>
                    <a:pt x="529841" y="496779"/>
                  </a:lnTo>
                  <a:lnTo>
                    <a:pt x="496779" y="529841"/>
                  </a:lnTo>
                  <a:lnTo>
                    <a:pt x="458492" y="556906"/>
                  </a:lnTo>
                  <a:lnTo>
                    <a:pt x="415757" y="577197"/>
                  </a:lnTo>
                  <a:lnTo>
                    <a:pt x="369348" y="589940"/>
                  </a:lnTo>
                  <a:lnTo>
                    <a:pt x="320040" y="594359"/>
                  </a:lnTo>
                  <a:lnTo>
                    <a:pt x="483776" y="594359"/>
                  </a:lnTo>
                  <a:lnTo>
                    <a:pt x="530011" y="561581"/>
                  </a:lnTo>
                  <a:lnTo>
                    <a:pt x="561581" y="530011"/>
                  </a:lnTo>
                  <a:lnTo>
                    <a:pt x="588520" y="494307"/>
                  </a:lnTo>
                  <a:lnTo>
                    <a:pt x="610335" y="454963"/>
                  </a:lnTo>
                  <a:lnTo>
                    <a:pt x="626530" y="412473"/>
                  </a:lnTo>
                  <a:lnTo>
                    <a:pt x="636610" y="367334"/>
                  </a:lnTo>
                  <a:lnTo>
                    <a:pt x="640080" y="320039"/>
                  </a:lnTo>
                  <a:lnTo>
                    <a:pt x="636610" y="272745"/>
                  </a:lnTo>
                  <a:lnTo>
                    <a:pt x="626530" y="227606"/>
                  </a:lnTo>
                  <a:lnTo>
                    <a:pt x="610335" y="185116"/>
                  </a:lnTo>
                  <a:lnTo>
                    <a:pt x="588520" y="145772"/>
                  </a:lnTo>
                  <a:lnTo>
                    <a:pt x="561581" y="110068"/>
                  </a:lnTo>
                  <a:lnTo>
                    <a:pt x="530011" y="78498"/>
                  </a:lnTo>
                  <a:lnTo>
                    <a:pt x="494307" y="51559"/>
                  </a:lnTo>
                  <a:lnTo>
                    <a:pt x="483776" y="45719"/>
                  </a:lnTo>
                  <a:close/>
                </a:path>
              </a:pathLst>
            </a:custGeom>
            <a:solidFill>
              <a:srgbClr val="E6E7E8"/>
            </a:solidFill>
          </p:spPr>
          <p:txBody>
            <a:bodyPr wrap="square" lIns="0" tIns="0" rIns="0" bIns="0" rtlCol="0"/>
            <a:lstStyle/>
            <a:p>
              <a:endPara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50" name="object 50"/>
            <p:cNvSpPr/>
            <p:nvPr/>
          </p:nvSpPr>
          <p:spPr>
            <a:xfrm>
              <a:off x="2423161" y="6063339"/>
              <a:ext cx="320040" cy="640080"/>
            </a:xfrm>
            <a:custGeom>
              <a:avLst/>
              <a:gdLst/>
              <a:ahLst/>
              <a:cxnLst/>
              <a:rect l="l" t="t" r="r" b="b"/>
              <a:pathLst>
                <a:path w="320039" h="640079">
                  <a:moveTo>
                    <a:pt x="0" y="0"/>
                  </a:moveTo>
                  <a:lnTo>
                    <a:pt x="0" y="45719"/>
                  </a:lnTo>
                  <a:lnTo>
                    <a:pt x="49308" y="50139"/>
                  </a:lnTo>
                  <a:lnTo>
                    <a:pt x="95717" y="62882"/>
                  </a:lnTo>
                  <a:lnTo>
                    <a:pt x="138452" y="83173"/>
                  </a:lnTo>
                  <a:lnTo>
                    <a:pt x="176739" y="110238"/>
                  </a:lnTo>
                  <a:lnTo>
                    <a:pt x="209801" y="143300"/>
                  </a:lnTo>
                  <a:lnTo>
                    <a:pt x="236866" y="181587"/>
                  </a:lnTo>
                  <a:lnTo>
                    <a:pt x="257157" y="224322"/>
                  </a:lnTo>
                  <a:lnTo>
                    <a:pt x="269900" y="270731"/>
                  </a:lnTo>
                  <a:lnTo>
                    <a:pt x="274319" y="320039"/>
                  </a:lnTo>
                  <a:lnTo>
                    <a:pt x="269900" y="369348"/>
                  </a:lnTo>
                  <a:lnTo>
                    <a:pt x="257157" y="415757"/>
                  </a:lnTo>
                  <a:lnTo>
                    <a:pt x="236866" y="458492"/>
                  </a:lnTo>
                  <a:lnTo>
                    <a:pt x="209801" y="496779"/>
                  </a:lnTo>
                  <a:lnTo>
                    <a:pt x="176739" y="529841"/>
                  </a:lnTo>
                  <a:lnTo>
                    <a:pt x="138452" y="556906"/>
                  </a:lnTo>
                  <a:lnTo>
                    <a:pt x="95717" y="577197"/>
                  </a:lnTo>
                  <a:lnTo>
                    <a:pt x="49308" y="589940"/>
                  </a:lnTo>
                  <a:lnTo>
                    <a:pt x="0" y="594359"/>
                  </a:lnTo>
                  <a:lnTo>
                    <a:pt x="0" y="640079"/>
                  </a:lnTo>
                  <a:lnTo>
                    <a:pt x="47294" y="636609"/>
                  </a:lnTo>
                  <a:lnTo>
                    <a:pt x="92433" y="626529"/>
                  </a:lnTo>
                  <a:lnTo>
                    <a:pt x="134923" y="610333"/>
                  </a:lnTo>
                  <a:lnTo>
                    <a:pt x="174267" y="588517"/>
                  </a:lnTo>
                  <a:lnTo>
                    <a:pt x="209971" y="561577"/>
                  </a:lnTo>
                  <a:lnTo>
                    <a:pt x="241541" y="530006"/>
                  </a:lnTo>
                  <a:lnTo>
                    <a:pt x="268480" y="494301"/>
                  </a:lnTo>
                  <a:lnTo>
                    <a:pt x="290295" y="454957"/>
                  </a:lnTo>
                  <a:lnTo>
                    <a:pt x="306490" y="412469"/>
                  </a:lnTo>
                  <a:lnTo>
                    <a:pt x="316570" y="367331"/>
                  </a:lnTo>
                  <a:lnTo>
                    <a:pt x="320039" y="320039"/>
                  </a:lnTo>
                  <a:lnTo>
                    <a:pt x="316570" y="272745"/>
                  </a:lnTo>
                  <a:lnTo>
                    <a:pt x="306490" y="227606"/>
                  </a:lnTo>
                  <a:lnTo>
                    <a:pt x="290295" y="185116"/>
                  </a:lnTo>
                  <a:lnTo>
                    <a:pt x="268480" y="145772"/>
                  </a:lnTo>
                  <a:lnTo>
                    <a:pt x="241541" y="110068"/>
                  </a:lnTo>
                  <a:lnTo>
                    <a:pt x="209971" y="78498"/>
                  </a:lnTo>
                  <a:lnTo>
                    <a:pt x="174267" y="51559"/>
                  </a:lnTo>
                  <a:lnTo>
                    <a:pt x="134923" y="29744"/>
                  </a:lnTo>
                  <a:lnTo>
                    <a:pt x="92433" y="13549"/>
                  </a:lnTo>
                  <a:lnTo>
                    <a:pt x="47294" y="34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AEEF"/>
            </a:solidFill>
          </p:spPr>
          <p:txBody>
            <a:bodyPr wrap="square" lIns="0" tIns="0" rIns="0" bIns="0" rtlCol="0"/>
            <a:lstStyle/>
            <a:p>
              <a:endPara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</p:grpSp>
      <p:pic>
        <p:nvPicPr>
          <p:cNvPr id="51" name="object 51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234439" y="5421036"/>
            <a:ext cx="91439" cy="91439"/>
          </a:xfrm>
          <a:prstGeom prst="rect">
            <a:avLst/>
          </a:prstGeom>
        </p:spPr>
      </p:pic>
      <p:pic>
        <p:nvPicPr>
          <p:cNvPr id="52" name="object 52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234439" y="5729959"/>
            <a:ext cx="91439" cy="91439"/>
          </a:xfrm>
          <a:prstGeom prst="rect">
            <a:avLst/>
          </a:prstGeom>
        </p:spPr>
      </p:pic>
      <p:pic>
        <p:nvPicPr>
          <p:cNvPr id="53" name="object 53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234439" y="5572045"/>
            <a:ext cx="91439" cy="91439"/>
          </a:xfrm>
          <a:prstGeom prst="rect">
            <a:avLst/>
          </a:prstGeom>
        </p:spPr>
      </p:pic>
      <p:pic>
        <p:nvPicPr>
          <p:cNvPr id="54" name="object 54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440180" y="5421036"/>
            <a:ext cx="91439" cy="91439"/>
          </a:xfrm>
          <a:prstGeom prst="rect">
            <a:avLst/>
          </a:prstGeom>
        </p:spPr>
      </p:pic>
      <p:pic>
        <p:nvPicPr>
          <p:cNvPr id="55" name="object 55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440180" y="5729959"/>
            <a:ext cx="91439" cy="91439"/>
          </a:xfrm>
          <a:prstGeom prst="rect">
            <a:avLst/>
          </a:prstGeom>
        </p:spPr>
      </p:pic>
      <p:pic>
        <p:nvPicPr>
          <p:cNvPr id="56" name="object 5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440180" y="5572045"/>
            <a:ext cx="91439" cy="91439"/>
          </a:xfrm>
          <a:prstGeom prst="rect">
            <a:avLst/>
          </a:prstGeom>
        </p:spPr>
      </p:pic>
      <p:pic>
        <p:nvPicPr>
          <p:cNvPr id="57" name="object 5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645920" y="5421036"/>
            <a:ext cx="91439" cy="91439"/>
          </a:xfrm>
          <a:prstGeom prst="rect">
            <a:avLst/>
          </a:prstGeom>
        </p:spPr>
      </p:pic>
      <p:pic>
        <p:nvPicPr>
          <p:cNvPr id="58" name="object 5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645920" y="5729959"/>
            <a:ext cx="91439" cy="91439"/>
          </a:xfrm>
          <a:prstGeom prst="rect">
            <a:avLst/>
          </a:prstGeom>
        </p:spPr>
      </p:pic>
      <p:pic>
        <p:nvPicPr>
          <p:cNvPr id="59" name="object 5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645920" y="5572045"/>
            <a:ext cx="91439" cy="91439"/>
          </a:xfrm>
          <a:prstGeom prst="rect">
            <a:avLst/>
          </a:prstGeom>
        </p:spPr>
      </p:pic>
      <p:pic>
        <p:nvPicPr>
          <p:cNvPr id="60" name="object 60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851660" y="5729959"/>
            <a:ext cx="91439" cy="91439"/>
          </a:xfrm>
          <a:prstGeom prst="rect">
            <a:avLst/>
          </a:prstGeom>
        </p:spPr>
      </p:pic>
      <p:pic>
        <p:nvPicPr>
          <p:cNvPr id="61" name="object 61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851660" y="5421036"/>
            <a:ext cx="91439" cy="91439"/>
          </a:xfrm>
          <a:prstGeom prst="rect">
            <a:avLst/>
          </a:prstGeom>
        </p:spPr>
      </p:pic>
      <p:pic>
        <p:nvPicPr>
          <p:cNvPr id="62" name="object 62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851660" y="5572045"/>
            <a:ext cx="91439" cy="91439"/>
          </a:xfrm>
          <a:prstGeom prst="rect">
            <a:avLst/>
          </a:prstGeom>
        </p:spPr>
      </p:pic>
      <p:grpSp>
        <p:nvGrpSpPr>
          <p:cNvPr id="63" name="object 63"/>
          <p:cNvGrpSpPr/>
          <p:nvPr/>
        </p:nvGrpSpPr>
        <p:grpSpPr>
          <a:xfrm>
            <a:off x="2057400" y="5421036"/>
            <a:ext cx="91440" cy="91440"/>
            <a:chOff x="2057400" y="5421036"/>
            <a:chExt cx="91440" cy="91440"/>
          </a:xfrm>
        </p:grpSpPr>
        <p:sp>
          <p:nvSpPr>
            <p:cNvPr id="64" name="object 64"/>
            <p:cNvSpPr/>
            <p:nvPr/>
          </p:nvSpPr>
          <p:spPr>
            <a:xfrm>
              <a:off x="2057400" y="5421036"/>
              <a:ext cx="91440" cy="91440"/>
            </a:xfrm>
            <a:custGeom>
              <a:avLst/>
              <a:gdLst/>
              <a:ahLst/>
              <a:cxnLst/>
              <a:rect l="l" t="t" r="r" b="b"/>
              <a:pathLst>
                <a:path w="91439" h="91439">
                  <a:moveTo>
                    <a:pt x="45719" y="0"/>
                  </a:moveTo>
                  <a:lnTo>
                    <a:pt x="27924" y="3593"/>
                  </a:lnTo>
                  <a:lnTo>
                    <a:pt x="13392" y="13392"/>
                  </a:lnTo>
                  <a:lnTo>
                    <a:pt x="3593" y="27924"/>
                  </a:lnTo>
                  <a:lnTo>
                    <a:pt x="0" y="45719"/>
                  </a:lnTo>
                  <a:lnTo>
                    <a:pt x="3593" y="63515"/>
                  </a:lnTo>
                  <a:lnTo>
                    <a:pt x="13392" y="78047"/>
                  </a:lnTo>
                  <a:lnTo>
                    <a:pt x="27924" y="87846"/>
                  </a:lnTo>
                  <a:lnTo>
                    <a:pt x="45719" y="91439"/>
                  </a:lnTo>
                  <a:lnTo>
                    <a:pt x="63515" y="87846"/>
                  </a:lnTo>
                  <a:lnTo>
                    <a:pt x="78047" y="78047"/>
                  </a:lnTo>
                  <a:lnTo>
                    <a:pt x="87846" y="63515"/>
                  </a:lnTo>
                  <a:lnTo>
                    <a:pt x="91439" y="45719"/>
                  </a:lnTo>
                  <a:lnTo>
                    <a:pt x="87846" y="27924"/>
                  </a:lnTo>
                  <a:lnTo>
                    <a:pt x="78047" y="13392"/>
                  </a:lnTo>
                  <a:lnTo>
                    <a:pt x="63515" y="3593"/>
                  </a:lnTo>
                  <a:lnTo>
                    <a:pt x="45719" y="0"/>
                  </a:lnTo>
                  <a:close/>
                </a:path>
              </a:pathLst>
            </a:custGeom>
            <a:solidFill>
              <a:srgbClr val="D1D3D4"/>
            </a:solidFill>
          </p:spPr>
          <p:txBody>
            <a:bodyPr wrap="square" lIns="0" tIns="0" rIns="0" bIns="0" rtlCol="0"/>
            <a:lstStyle/>
            <a:p>
              <a:endPara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65" name="object 65"/>
            <p:cNvSpPr/>
            <p:nvPr/>
          </p:nvSpPr>
          <p:spPr>
            <a:xfrm>
              <a:off x="2057400" y="5421036"/>
              <a:ext cx="45720" cy="91440"/>
            </a:xfrm>
            <a:custGeom>
              <a:avLst/>
              <a:gdLst/>
              <a:ahLst/>
              <a:cxnLst/>
              <a:rect l="l" t="t" r="r" b="b"/>
              <a:pathLst>
                <a:path w="45719" h="91439">
                  <a:moveTo>
                    <a:pt x="45719" y="0"/>
                  </a:moveTo>
                  <a:lnTo>
                    <a:pt x="27924" y="3593"/>
                  </a:lnTo>
                  <a:lnTo>
                    <a:pt x="13392" y="13392"/>
                  </a:lnTo>
                  <a:lnTo>
                    <a:pt x="3593" y="27924"/>
                  </a:lnTo>
                  <a:lnTo>
                    <a:pt x="0" y="45720"/>
                  </a:lnTo>
                  <a:lnTo>
                    <a:pt x="3593" y="63515"/>
                  </a:lnTo>
                  <a:lnTo>
                    <a:pt x="13392" y="78047"/>
                  </a:lnTo>
                  <a:lnTo>
                    <a:pt x="27924" y="87846"/>
                  </a:lnTo>
                  <a:lnTo>
                    <a:pt x="45719" y="91440"/>
                  </a:lnTo>
                  <a:lnTo>
                    <a:pt x="45719" y="0"/>
                  </a:lnTo>
                  <a:close/>
                </a:path>
              </a:pathLst>
            </a:custGeom>
            <a:solidFill>
              <a:srgbClr val="00AEEF"/>
            </a:solidFill>
          </p:spPr>
          <p:txBody>
            <a:bodyPr wrap="square" lIns="0" tIns="0" rIns="0" bIns="0" rtlCol="0"/>
            <a:lstStyle/>
            <a:p>
              <a:endPara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</p:grpSp>
      <p:pic>
        <p:nvPicPr>
          <p:cNvPr id="66" name="object 6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057400" y="5729959"/>
            <a:ext cx="91439" cy="91439"/>
          </a:xfrm>
          <a:prstGeom prst="rect">
            <a:avLst/>
          </a:prstGeom>
        </p:spPr>
      </p:pic>
      <p:pic>
        <p:nvPicPr>
          <p:cNvPr id="67" name="object 6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057400" y="5572045"/>
            <a:ext cx="91439" cy="91439"/>
          </a:xfrm>
          <a:prstGeom prst="rect">
            <a:avLst/>
          </a:prstGeom>
        </p:spPr>
      </p:pic>
      <p:sp>
        <p:nvSpPr>
          <p:cNvPr id="68" name="object 68"/>
          <p:cNvSpPr/>
          <p:nvPr/>
        </p:nvSpPr>
        <p:spPr>
          <a:xfrm>
            <a:off x="444500" y="3638734"/>
            <a:ext cx="2065655" cy="0"/>
          </a:xfrm>
          <a:custGeom>
            <a:avLst/>
            <a:gdLst/>
            <a:ahLst/>
            <a:cxnLst/>
            <a:rect l="l" t="t" r="r" b="b"/>
            <a:pathLst>
              <a:path w="2065655">
                <a:moveTo>
                  <a:pt x="0" y="0"/>
                </a:moveTo>
                <a:lnTo>
                  <a:pt x="2065527" y="0"/>
                </a:lnTo>
              </a:path>
            </a:pathLst>
          </a:custGeom>
          <a:ln w="6350">
            <a:solidFill>
              <a:srgbClr val="939598"/>
            </a:solidFill>
          </a:ln>
        </p:spPr>
        <p:txBody>
          <a:bodyPr wrap="square" lIns="0" tIns="0" rIns="0" bIns="0" rtlCol="0"/>
          <a:lstStyle/>
          <a:p>
            <a:endParaRPr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69" name="object 69"/>
          <p:cNvSpPr/>
          <p:nvPr/>
        </p:nvSpPr>
        <p:spPr>
          <a:xfrm>
            <a:off x="444500" y="5326930"/>
            <a:ext cx="2065655" cy="0"/>
          </a:xfrm>
          <a:custGeom>
            <a:avLst/>
            <a:gdLst/>
            <a:ahLst/>
            <a:cxnLst/>
            <a:rect l="l" t="t" r="r" b="b"/>
            <a:pathLst>
              <a:path w="2065655">
                <a:moveTo>
                  <a:pt x="0" y="0"/>
                </a:moveTo>
                <a:lnTo>
                  <a:pt x="2065527" y="0"/>
                </a:lnTo>
              </a:path>
            </a:pathLst>
          </a:custGeom>
          <a:ln w="6350">
            <a:solidFill>
              <a:srgbClr val="939598"/>
            </a:solidFill>
          </a:ln>
        </p:spPr>
        <p:txBody>
          <a:bodyPr wrap="square" lIns="0" tIns="0" rIns="0" bIns="0" rtlCol="0"/>
          <a:lstStyle/>
          <a:p>
            <a:endParaRPr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70" name="object 70"/>
          <p:cNvSpPr/>
          <p:nvPr/>
        </p:nvSpPr>
        <p:spPr>
          <a:xfrm>
            <a:off x="444500" y="7145832"/>
            <a:ext cx="2065655" cy="0"/>
          </a:xfrm>
          <a:custGeom>
            <a:avLst/>
            <a:gdLst/>
            <a:ahLst/>
            <a:cxnLst/>
            <a:rect l="l" t="t" r="r" b="b"/>
            <a:pathLst>
              <a:path w="2065655">
                <a:moveTo>
                  <a:pt x="0" y="0"/>
                </a:moveTo>
                <a:lnTo>
                  <a:pt x="2065527" y="0"/>
                </a:lnTo>
              </a:path>
            </a:pathLst>
          </a:custGeom>
          <a:ln w="6350">
            <a:solidFill>
              <a:srgbClr val="939598"/>
            </a:solidFill>
          </a:ln>
        </p:spPr>
        <p:txBody>
          <a:bodyPr wrap="square" lIns="0" tIns="0" rIns="0" bIns="0" rtlCol="0"/>
          <a:lstStyle/>
          <a:p>
            <a:endParaRPr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72" name="object 72"/>
          <p:cNvSpPr/>
          <p:nvPr/>
        </p:nvSpPr>
        <p:spPr>
          <a:xfrm>
            <a:off x="444500" y="9036033"/>
            <a:ext cx="2065655" cy="0"/>
          </a:xfrm>
          <a:custGeom>
            <a:avLst/>
            <a:gdLst/>
            <a:ahLst/>
            <a:cxnLst/>
            <a:rect l="l" t="t" r="r" b="b"/>
            <a:pathLst>
              <a:path w="2065655">
                <a:moveTo>
                  <a:pt x="0" y="0"/>
                </a:moveTo>
                <a:lnTo>
                  <a:pt x="2065527" y="0"/>
                </a:lnTo>
              </a:path>
            </a:pathLst>
          </a:custGeom>
          <a:ln w="6350">
            <a:solidFill>
              <a:srgbClr val="939598"/>
            </a:solidFill>
          </a:ln>
        </p:spPr>
        <p:txBody>
          <a:bodyPr wrap="square" lIns="0" tIns="0" rIns="0" bIns="0" rtlCol="0"/>
          <a:lstStyle/>
          <a:p>
            <a:endParaRPr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73" name="object 73"/>
          <p:cNvSpPr/>
          <p:nvPr/>
        </p:nvSpPr>
        <p:spPr>
          <a:xfrm>
            <a:off x="646176" y="9074772"/>
            <a:ext cx="1697355" cy="721360"/>
          </a:xfrm>
          <a:custGeom>
            <a:avLst/>
            <a:gdLst/>
            <a:ahLst/>
            <a:cxnLst/>
            <a:rect l="l" t="t" r="r" b="b"/>
            <a:pathLst>
              <a:path w="1697355" h="721359">
                <a:moveTo>
                  <a:pt x="563448" y="281724"/>
                </a:moveTo>
                <a:lnTo>
                  <a:pt x="559752" y="236029"/>
                </a:lnTo>
                <a:lnTo>
                  <a:pt x="549084" y="192684"/>
                </a:lnTo>
                <a:lnTo>
                  <a:pt x="532003" y="152260"/>
                </a:lnTo>
                <a:lnTo>
                  <a:pt x="509079" y="115341"/>
                </a:lnTo>
                <a:lnTo>
                  <a:pt x="480923" y="82524"/>
                </a:lnTo>
                <a:lnTo>
                  <a:pt x="448094" y="54356"/>
                </a:lnTo>
                <a:lnTo>
                  <a:pt x="411187" y="31445"/>
                </a:lnTo>
                <a:lnTo>
                  <a:pt x="370763" y="14363"/>
                </a:lnTo>
                <a:lnTo>
                  <a:pt x="327418" y="3695"/>
                </a:lnTo>
                <a:lnTo>
                  <a:pt x="281724" y="0"/>
                </a:lnTo>
                <a:lnTo>
                  <a:pt x="236016" y="3695"/>
                </a:lnTo>
                <a:lnTo>
                  <a:pt x="192671" y="14363"/>
                </a:lnTo>
                <a:lnTo>
                  <a:pt x="152247" y="31445"/>
                </a:lnTo>
                <a:lnTo>
                  <a:pt x="115341" y="54356"/>
                </a:lnTo>
                <a:lnTo>
                  <a:pt x="82511" y="82524"/>
                </a:lnTo>
                <a:lnTo>
                  <a:pt x="54356" y="115341"/>
                </a:lnTo>
                <a:lnTo>
                  <a:pt x="31445" y="152260"/>
                </a:lnTo>
                <a:lnTo>
                  <a:pt x="14363" y="192684"/>
                </a:lnTo>
                <a:lnTo>
                  <a:pt x="3683" y="236029"/>
                </a:lnTo>
                <a:lnTo>
                  <a:pt x="0" y="281724"/>
                </a:lnTo>
                <a:lnTo>
                  <a:pt x="3683" y="327418"/>
                </a:lnTo>
                <a:lnTo>
                  <a:pt x="14363" y="370776"/>
                </a:lnTo>
                <a:lnTo>
                  <a:pt x="31445" y="411200"/>
                </a:lnTo>
                <a:lnTo>
                  <a:pt x="54356" y="448106"/>
                </a:lnTo>
                <a:lnTo>
                  <a:pt x="82511" y="480936"/>
                </a:lnTo>
                <a:lnTo>
                  <a:pt x="115341" y="509092"/>
                </a:lnTo>
                <a:lnTo>
                  <a:pt x="152247" y="532003"/>
                </a:lnTo>
                <a:lnTo>
                  <a:pt x="192671" y="549084"/>
                </a:lnTo>
                <a:lnTo>
                  <a:pt x="236016" y="559765"/>
                </a:lnTo>
                <a:lnTo>
                  <a:pt x="281724" y="563448"/>
                </a:lnTo>
                <a:lnTo>
                  <a:pt x="327418" y="559765"/>
                </a:lnTo>
                <a:lnTo>
                  <a:pt x="370763" y="549084"/>
                </a:lnTo>
                <a:lnTo>
                  <a:pt x="411187" y="532003"/>
                </a:lnTo>
                <a:lnTo>
                  <a:pt x="448094" y="509092"/>
                </a:lnTo>
                <a:lnTo>
                  <a:pt x="480923" y="480936"/>
                </a:lnTo>
                <a:lnTo>
                  <a:pt x="509079" y="448106"/>
                </a:lnTo>
                <a:lnTo>
                  <a:pt x="532003" y="411200"/>
                </a:lnTo>
                <a:lnTo>
                  <a:pt x="549084" y="370776"/>
                </a:lnTo>
                <a:lnTo>
                  <a:pt x="559752" y="327418"/>
                </a:lnTo>
                <a:lnTo>
                  <a:pt x="563448" y="281724"/>
                </a:lnTo>
                <a:close/>
              </a:path>
              <a:path w="1697355" h="721359">
                <a:moveTo>
                  <a:pt x="1696974" y="400951"/>
                </a:moveTo>
                <a:lnTo>
                  <a:pt x="1693494" y="353618"/>
                </a:lnTo>
                <a:lnTo>
                  <a:pt x="1683410" y="308444"/>
                </a:lnTo>
                <a:lnTo>
                  <a:pt x="1667192" y="265912"/>
                </a:lnTo>
                <a:lnTo>
                  <a:pt x="1645361" y="226529"/>
                </a:lnTo>
                <a:lnTo>
                  <a:pt x="1618399" y="190792"/>
                </a:lnTo>
                <a:lnTo>
                  <a:pt x="1586801" y="159194"/>
                </a:lnTo>
                <a:lnTo>
                  <a:pt x="1551063" y="132232"/>
                </a:lnTo>
                <a:lnTo>
                  <a:pt x="1511681" y="110401"/>
                </a:lnTo>
                <a:lnTo>
                  <a:pt x="1469148" y="94183"/>
                </a:lnTo>
                <a:lnTo>
                  <a:pt x="1423962" y="84099"/>
                </a:lnTo>
                <a:lnTo>
                  <a:pt x="1376629" y="80619"/>
                </a:lnTo>
                <a:lnTo>
                  <a:pt x="1329283" y="84099"/>
                </a:lnTo>
                <a:lnTo>
                  <a:pt x="1284109" y="94183"/>
                </a:lnTo>
                <a:lnTo>
                  <a:pt x="1241577" y="110401"/>
                </a:lnTo>
                <a:lnTo>
                  <a:pt x="1202194" y="132232"/>
                </a:lnTo>
                <a:lnTo>
                  <a:pt x="1166456" y="159194"/>
                </a:lnTo>
                <a:lnTo>
                  <a:pt x="1134859" y="190792"/>
                </a:lnTo>
                <a:lnTo>
                  <a:pt x="1107884" y="226529"/>
                </a:lnTo>
                <a:lnTo>
                  <a:pt x="1086053" y="265912"/>
                </a:lnTo>
                <a:lnTo>
                  <a:pt x="1069848" y="308444"/>
                </a:lnTo>
                <a:lnTo>
                  <a:pt x="1059751" y="353618"/>
                </a:lnTo>
                <a:lnTo>
                  <a:pt x="1056284" y="400951"/>
                </a:lnTo>
                <a:lnTo>
                  <a:pt x="1059751" y="448297"/>
                </a:lnTo>
                <a:lnTo>
                  <a:pt x="1069848" y="493471"/>
                </a:lnTo>
                <a:lnTo>
                  <a:pt x="1086053" y="536003"/>
                </a:lnTo>
                <a:lnTo>
                  <a:pt x="1107884" y="575386"/>
                </a:lnTo>
                <a:lnTo>
                  <a:pt x="1134859" y="611124"/>
                </a:lnTo>
                <a:lnTo>
                  <a:pt x="1166456" y="642721"/>
                </a:lnTo>
                <a:lnTo>
                  <a:pt x="1202194" y="669696"/>
                </a:lnTo>
                <a:lnTo>
                  <a:pt x="1241577" y="691527"/>
                </a:lnTo>
                <a:lnTo>
                  <a:pt x="1284109" y="707732"/>
                </a:lnTo>
                <a:lnTo>
                  <a:pt x="1329283" y="717829"/>
                </a:lnTo>
                <a:lnTo>
                  <a:pt x="1376629" y="721296"/>
                </a:lnTo>
                <a:lnTo>
                  <a:pt x="1423962" y="717829"/>
                </a:lnTo>
                <a:lnTo>
                  <a:pt x="1469148" y="707732"/>
                </a:lnTo>
                <a:lnTo>
                  <a:pt x="1511681" y="691527"/>
                </a:lnTo>
                <a:lnTo>
                  <a:pt x="1551063" y="669696"/>
                </a:lnTo>
                <a:lnTo>
                  <a:pt x="1586801" y="642721"/>
                </a:lnTo>
                <a:lnTo>
                  <a:pt x="1618399" y="611124"/>
                </a:lnTo>
                <a:lnTo>
                  <a:pt x="1645361" y="575386"/>
                </a:lnTo>
                <a:lnTo>
                  <a:pt x="1667192" y="536003"/>
                </a:lnTo>
                <a:lnTo>
                  <a:pt x="1683410" y="493471"/>
                </a:lnTo>
                <a:lnTo>
                  <a:pt x="1693494" y="448297"/>
                </a:lnTo>
                <a:lnTo>
                  <a:pt x="1696974" y="400951"/>
                </a:lnTo>
                <a:close/>
              </a:path>
            </a:pathLst>
          </a:custGeom>
          <a:solidFill>
            <a:srgbClr val="939598">
              <a:alpha val="69999"/>
            </a:srgbClr>
          </a:solidFill>
        </p:spPr>
        <p:txBody>
          <a:bodyPr wrap="square" lIns="0" tIns="0" rIns="0" bIns="0" rtlCol="0"/>
          <a:lstStyle/>
          <a:p>
            <a:endParaRPr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74" name="object 74"/>
          <p:cNvSpPr/>
          <p:nvPr/>
        </p:nvSpPr>
        <p:spPr>
          <a:xfrm>
            <a:off x="1085822" y="9212849"/>
            <a:ext cx="770890" cy="762000"/>
          </a:xfrm>
          <a:custGeom>
            <a:avLst/>
            <a:gdLst/>
            <a:ahLst/>
            <a:cxnLst/>
            <a:rect l="l" t="t" r="r" b="b"/>
            <a:pathLst>
              <a:path w="770889" h="762000">
                <a:moveTo>
                  <a:pt x="385203" y="0"/>
                </a:moveTo>
                <a:lnTo>
                  <a:pt x="336885" y="2966"/>
                </a:lnTo>
                <a:lnTo>
                  <a:pt x="290357" y="11627"/>
                </a:lnTo>
                <a:lnTo>
                  <a:pt x="245982" y="25625"/>
                </a:lnTo>
                <a:lnTo>
                  <a:pt x="204119" y="44605"/>
                </a:lnTo>
                <a:lnTo>
                  <a:pt x="165130" y="68208"/>
                </a:lnTo>
                <a:lnTo>
                  <a:pt x="129376" y="96080"/>
                </a:lnTo>
                <a:lnTo>
                  <a:pt x="97218" y="127861"/>
                </a:lnTo>
                <a:lnTo>
                  <a:pt x="69016" y="163197"/>
                </a:lnTo>
                <a:lnTo>
                  <a:pt x="45133" y="201730"/>
                </a:lnTo>
                <a:lnTo>
                  <a:pt x="25929" y="243102"/>
                </a:lnTo>
                <a:lnTo>
                  <a:pt x="11764" y="286959"/>
                </a:lnTo>
                <a:lnTo>
                  <a:pt x="3001" y="332942"/>
                </a:lnTo>
                <a:lnTo>
                  <a:pt x="0" y="380695"/>
                </a:lnTo>
                <a:lnTo>
                  <a:pt x="3001" y="428450"/>
                </a:lnTo>
                <a:lnTo>
                  <a:pt x="11764" y="474436"/>
                </a:lnTo>
                <a:lnTo>
                  <a:pt x="25929" y="518294"/>
                </a:lnTo>
                <a:lnTo>
                  <a:pt x="45133" y="559668"/>
                </a:lnTo>
                <a:lnTo>
                  <a:pt x="69016" y="598202"/>
                </a:lnTo>
                <a:lnTo>
                  <a:pt x="97218" y="633539"/>
                </a:lnTo>
                <a:lnTo>
                  <a:pt x="129376" y="665321"/>
                </a:lnTo>
                <a:lnTo>
                  <a:pt x="165130" y="693193"/>
                </a:lnTo>
                <a:lnTo>
                  <a:pt x="204119" y="716797"/>
                </a:lnTo>
                <a:lnTo>
                  <a:pt x="245982" y="735777"/>
                </a:lnTo>
                <a:lnTo>
                  <a:pt x="290357" y="749776"/>
                </a:lnTo>
                <a:lnTo>
                  <a:pt x="336885" y="758436"/>
                </a:lnTo>
                <a:lnTo>
                  <a:pt x="385203" y="761403"/>
                </a:lnTo>
                <a:lnTo>
                  <a:pt x="433521" y="758436"/>
                </a:lnTo>
                <a:lnTo>
                  <a:pt x="480049" y="749776"/>
                </a:lnTo>
                <a:lnTo>
                  <a:pt x="524425" y="735777"/>
                </a:lnTo>
                <a:lnTo>
                  <a:pt x="566287" y="716797"/>
                </a:lnTo>
                <a:lnTo>
                  <a:pt x="605276" y="693193"/>
                </a:lnTo>
                <a:lnTo>
                  <a:pt x="641031" y="665321"/>
                </a:lnTo>
                <a:lnTo>
                  <a:pt x="673189" y="633539"/>
                </a:lnTo>
                <a:lnTo>
                  <a:pt x="701390" y="598202"/>
                </a:lnTo>
                <a:lnTo>
                  <a:pt x="725273" y="559668"/>
                </a:lnTo>
                <a:lnTo>
                  <a:pt x="744478" y="518294"/>
                </a:lnTo>
                <a:lnTo>
                  <a:pt x="758642" y="474436"/>
                </a:lnTo>
                <a:lnTo>
                  <a:pt x="767406" y="428450"/>
                </a:lnTo>
                <a:lnTo>
                  <a:pt x="770407" y="380695"/>
                </a:lnTo>
                <a:lnTo>
                  <a:pt x="767406" y="332942"/>
                </a:lnTo>
                <a:lnTo>
                  <a:pt x="758642" y="286959"/>
                </a:lnTo>
                <a:lnTo>
                  <a:pt x="744478" y="243102"/>
                </a:lnTo>
                <a:lnTo>
                  <a:pt x="725273" y="201730"/>
                </a:lnTo>
                <a:lnTo>
                  <a:pt x="701390" y="163197"/>
                </a:lnTo>
                <a:lnTo>
                  <a:pt x="673189" y="127861"/>
                </a:lnTo>
                <a:lnTo>
                  <a:pt x="641031" y="96080"/>
                </a:lnTo>
                <a:lnTo>
                  <a:pt x="605276" y="68208"/>
                </a:lnTo>
                <a:lnTo>
                  <a:pt x="566287" y="44605"/>
                </a:lnTo>
                <a:lnTo>
                  <a:pt x="524425" y="25625"/>
                </a:lnTo>
                <a:lnTo>
                  <a:pt x="480049" y="11627"/>
                </a:lnTo>
                <a:lnTo>
                  <a:pt x="433521" y="2966"/>
                </a:lnTo>
                <a:lnTo>
                  <a:pt x="385203" y="0"/>
                </a:lnTo>
                <a:close/>
              </a:path>
            </a:pathLst>
          </a:custGeom>
          <a:solidFill>
            <a:srgbClr val="00AEEF">
              <a:alpha val="69999"/>
            </a:srgbClr>
          </a:solidFill>
        </p:spPr>
        <p:txBody>
          <a:bodyPr wrap="square" lIns="0" tIns="0" rIns="0" bIns="0" rtlCol="0"/>
          <a:lstStyle/>
          <a:p>
            <a:endParaRPr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75" name="object 75"/>
          <p:cNvSpPr/>
          <p:nvPr/>
        </p:nvSpPr>
        <p:spPr>
          <a:xfrm>
            <a:off x="2867279" y="2161604"/>
            <a:ext cx="4286250" cy="0"/>
          </a:xfrm>
          <a:custGeom>
            <a:avLst/>
            <a:gdLst/>
            <a:ahLst/>
            <a:cxnLst/>
            <a:rect l="l" t="t" r="r" b="b"/>
            <a:pathLst>
              <a:path w="4286250">
                <a:moveTo>
                  <a:pt x="0" y="0"/>
                </a:moveTo>
                <a:lnTo>
                  <a:pt x="4286250" y="0"/>
                </a:lnTo>
              </a:path>
            </a:pathLst>
          </a:custGeom>
          <a:ln w="6350">
            <a:solidFill>
              <a:srgbClr val="939598"/>
            </a:solidFill>
          </a:ln>
        </p:spPr>
        <p:txBody>
          <a:bodyPr wrap="square" lIns="0" tIns="0" rIns="0" bIns="0" rtlCol="0"/>
          <a:lstStyle/>
          <a:p>
            <a:endParaRPr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76" name="object 76"/>
          <p:cNvSpPr/>
          <p:nvPr/>
        </p:nvSpPr>
        <p:spPr>
          <a:xfrm>
            <a:off x="2867279" y="9084524"/>
            <a:ext cx="4286250" cy="0"/>
          </a:xfrm>
          <a:custGeom>
            <a:avLst/>
            <a:gdLst/>
            <a:ahLst/>
            <a:cxnLst/>
            <a:rect l="l" t="t" r="r" b="b"/>
            <a:pathLst>
              <a:path w="4286250">
                <a:moveTo>
                  <a:pt x="0" y="0"/>
                </a:moveTo>
                <a:lnTo>
                  <a:pt x="4286250" y="0"/>
                </a:lnTo>
              </a:path>
            </a:pathLst>
          </a:custGeom>
          <a:ln w="6350">
            <a:solidFill>
              <a:srgbClr val="939598"/>
            </a:solidFill>
          </a:ln>
        </p:spPr>
        <p:txBody>
          <a:bodyPr wrap="square" lIns="0" tIns="0" rIns="0" bIns="0" rtlCol="0"/>
          <a:lstStyle/>
          <a:p>
            <a:endParaRPr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77" name="object 77"/>
          <p:cNvSpPr/>
          <p:nvPr/>
        </p:nvSpPr>
        <p:spPr>
          <a:xfrm>
            <a:off x="457200" y="1802290"/>
            <a:ext cx="6686550" cy="0"/>
          </a:xfrm>
          <a:custGeom>
            <a:avLst/>
            <a:gdLst/>
            <a:ahLst/>
            <a:cxnLst/>
            <a:rect l="l" t="t" r="r" b="b"/>
            <a:pathLst>
              <a:path w="6686550">
                <a:moveTo>
                  <a:pt x="0" y="0"/>
                </a:moveTo>
                <a:lnTo>
                  <a:pt x="6686550" y="0"/>
                </a:lnTo>
              </a:path>
            </a:pathLst>
          </a:custGeom>
          <a:ln w="6350">
            <a:solidFill>
              <a:srgbClr val="939598"/>
            </a:solidFill>
          </a:ln>
        </p:spPr>
        <p:txBody>
          <a:bodyPr wrap="square" lIns="0" tIns="0" rIns="0" bIns="0" rtlCol="0"/>
          <a:lstStyle/>
          <a:p>
            <a:endParaRPr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78" name="object 78"/>
          <p:cNvSpPr txBox="1"/>
          <p:nvPr/>
        </p:nvSpPr>
        <p:spPr>
          <a:xfrm>
            <a:off x="1273999" y="9516347"/>
            <a:ext cx="394335" cy="1359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solidFill>
                  <a:srgbClr val="231F2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Voyages</a:t>
            </a:r>
            <a:endParaRPr sz="8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79" name="object 79"/>
          <p:cNvSpPr txBox="1"/>
          <p:nvPr/>
        </p:nvSpPr>
        <p:spPr>
          <a:xfrm>
            <a:off x="769711" y="9268569"/>
            <a:ext cx="342265" cy="1359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solidFill>
                  <a:srgbClr val="231F2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Fitness</a:t>
            </a:r>
            <a:endParaRPr sz="8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80" name="object 80"/>
          <p:cNvSpPr txBox="1"/>
          <p:nvPr/>
        </p:nvSpPr>
        <p:spPr>
          <a:xfrm>
            <a:off x="1852985" y="9386823"/>
            <a:ext cx="370205" cy="1359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solidFill>
                  <a:srgbClr val="231F2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Théâtre</a:t>
            </a:r>
            <a:endParaRPr sz="8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81" name="object 2">
            <a:extLst>
              <a:ext uri="{FF2B5EF4-FFF2-40B4-BE49-F238E27FC236}">
                <a16:creationId xmlns:a16="http://schemas.microsoft.com/office/drawing/2014/main" id="{5C976DB4-17B5-47DF-975B-DB2B8A414AD2}"/>
              </a:ext>
            </a:extLst>
          </p:cNvPr>
          <p:cNvSpPr txBox="1"/>
          <p:nvPr/>
        </p:nvSpPr>
        <p:spPr>
          <a:xfrm>
            <a:off x="1993900" y="1322874"/>
            <a:ext cx="3079750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1200" i="1" dirty="0" err="1">
                <a:solidFill>
                  <a:srgbClr val="231F2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Dynamique</a:t>
            </a:r>
            <a:r>
              <a:rPr sz="1200" i="1" dirty="0">
                <a:solidFill>
                  <a:srgbClr val="231F2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, Organisée, Goût de la performance</a:t>
            </a:r>
            <a:endParaRPr sz="12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82" name="object 15">
            <a:extLst>
              <a:ext uri="{FF2B5EF4-FFF2-40B4-BE49-F238E27FC236}">
                <a16:creationId xmlns:a16="http://schemas.microsoft.com/office/drawing/2014/main" id="{0D23A198-EAD8-4409-A9D4-6F48C8ABF853}"/>
              </a:ext>
            </a:extLst>
          </p:cNvPr>
          <p:cNvSpPr txBox="1"/>
          <p:nvPr/>
        </p:nvSpPr>
        <p:spPr>
          <a:xfrm>
            <a:off x="504826" y="2281804"/>
            <a:ext cx="460118" cy="836126"/>
          </a:xfrm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R="5080">
              <a:spcAft>
                <a:spcPts val="500"/>
              </a:spcAft>
              <a:tabLst>
                <a:tab pos="742950" algn="l"/>
              </a:tabLst>
            </a:pPr>
            <a:r>
              <a:rPr lang="fr-FR" sz="800" spc="-20" dirty="0">
                <a:solidFill>
                  <a:srgbClr val="231F20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Tél</a:t>
            </a:r>
          </a:p>
          <a:p>
            <a:pPr marR="5080">
              <a:spcAft>
                <a:spcPts val="500"/>
              </a:spcAft>
              <a:tabLst>
                <a:tab pos="742950" algn="l"/>
              </a:tabLst>
            </a:pPr>
            <a:r>
              <a:rPr lang="fr-FR" sz="800" spc="-20" dirty="0">
                <a:solidFill>
                  <a:srgbClr val="231F20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Email</a:t>
            </a:r>
          </a:p>
          <a:p>
            <a:pPr marR="5080">
              <a:spcAft>
                <a:spcPts val="500"/>
              </a:spcAft>
              <a:tabLst>
                <a:tab pos="742950" algn="l"/>
              </a:tabLst>
            </a:pPr>
            <a:r>
              <a:rPr lang="fr-FR" sz="800" spc="-20" dirty="0">
                <a:solidFill>
                  <a:srgbClr val="231F20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Home</a:t>
            </a:r>
          </a:p>
          <a:p>
            <a:pPr marR="5080">
              <a:tabLst>
                <a:tab pos="742950" algn="l"/>
              </a:tabLst>
            </a:pPr>
            <a:r>
              <a:rPr lang="fr-FR" sz="800" spc="-20" dirty="0">
                <a:solidFill>
                  <a:srgbClr val="231F20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Mobile :</a:t>
            </a:r>
          </a:p>
          <a:p>
            <a:pPr marR="5080">
              <a:tabLst>
                <a:tab pos="742950" algn="l"/>
              </a:tabLst>
            </a:pPr>
            <a:r>
              <a:rPr lang="fr-FR" sz="800" spc="-20" dirty="0">
                <a:solidFill>
                  <a:srgbClr val="231F20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partout</a:t>
            </a:r>
          </a:p>
        </p:txBody>
      </p:sp>
      <p:sp>
        <p:nvSpPr>
          <p:cNvPr id="84" name="object 68">
            <a:extLst>
              <a:ext uri="{FF2B5EF4-FFF2-40B4-BE49-F238E27FC236}">
                <a16:creationId xmlns:a16="http://schemas.microsoft.com/office/drawing/2014/main" id="{2A4C998F-A214-4A52-917D-63C06E50058B}"/>
              </a:ext>
            </a:extLst>
          </p:cNvPr>
          <p:cNvSpPr/>
          <p:nvPr/>
        </p:nvSpPr>
        <p:spPr>
          <a:xfrm>
            <a:off x="444500" y="3127374"/>
            <a:ext cx="2065655" cy="0"/>
          </a:xfrm>
          <a:custGeom>
            <a:avLst/>
            <a:gdLst/>
            <a:ahLst/>
            <a:cxnLst/>
            <a:rect l="l" t="t" r="r" b="b"/>
            <a:pathLst>
              <a:path w="2065655">
                <a:moveTo>
                  <a:pt x="0" y="0"/>
                </a:moveTo>
                <a:lnTo>
                  <a:pt x="2065527" y="0"/>
                </a:lnTo>
              </a:path>
            </a:pathLst>
          </a:custGeom>
          <a:ln w="6350">
            <a:solidFill>
              <a:srgbClr val="939598"/>
            </a:solidFill>
          </a:ln>
        </p:spPr>
        <p:txBody>
          <a:bodyPr wrap="square" lIns="0" tIns="0" rIns="0" bIns="0" rtlCol="0"/>
          <a:lstStyle/>
          <a:p>
            <a:endParaRPr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85" name="object 15">
            <a:extLst>
              <a:ext uri="{FF2B5EF4-FFF2-40B4-BE49-F238E27FC236}">
                <a16:creationId xmlns:a16="http://schemas.microsoft.com/office/drawing/2014/main" id="{DF7C576E-FB61-4179-899E-62340A5373A8}"/>
              </a:ext>
            </a:extLst>
          </p:cNvPr>
          <p:cNvSpPr txBox="1"/>
          <p:nvPr/>
        </p:nvSpPr>
        <p:spPr>
          <a:xfrm>
            <a:off x="1078736" y="2922589"/>
            <a:ext cx="1163194" cy="1231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5080">
              <a:tabLst>
                <a:tab pos="742950" algn="l"/>
              </a:tabLst>
            </a:pPr>
            <a:r>
              <a:rPr lang="fr-FR" sz="800" spc="-20" dirty="0">
                <a:solidFill>
                  <a:srgbClr val="231F2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France &amp; International</a:t>
            </a:r>
          </a:p>
        </p:txBody>
      </p:sp>
      <p:sp>
        <p:nvSpPr>
          <p:cNvPr id="86" name="object 15">
            <a:extLst>
              <a:ext uri="{FF2B5EF4-FFF2-40B4-BE49-F238E27FC236}">
                <a16:creationId xmlns:a16="http://schemas.microsoft.com/office/drawing/2014/main" id="{0E1F8628-D294-439D-84DC-D567A6937358}"/>
              </a:ext>
            </a:extLst>
          </p:cNvPr>
          <p:cNvSpPr txBox="1"/>
          <p:nvPr/>
        </p:nvSpPr>
        <p:spPr>
          <a:xfrm>
            <a:off x="1078736" y="2474581"/>
            <a:ext cx="1163194" cy="151323"/>
          </a:xfrm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R="5080">
              <a:tabLst>
                <a:tab pos="742950" algn="l"/>
              </a:tabLst>
            </a:pPr>
            <a:r>
              <a:rPr lang="fr-FR" sz="800" spc="-20" dirty="0">
                <a:solidFill>
                  <a:srgbClr val="231F2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marine.dupont@gmail.com</a:t>
            </a:r>
          </a:p>
        </p:txBody>
      </p:sp>
      <p:sp>
        <p:nvSpPr>
          <p:cNvPr id="87" name="object 15">
            <a:extLst>
              <a:ext uri="{FF2B5EF4-FFF2-40B4-BE49-F238E27FC236}">
                <a16:creationId xmlns:a16="http://schemas.microsoft.com/office/drawing/2014/main" id="{CB679D76-4C89-45BF-A103-F4FA6B7F589B}"/>
              </a:ext>
            </a:extLst>
          </p:cNvPr>
          <p:cNvSpPr txBox="1"/>
          <p:nvPr/>
        </p:nvSpPr>
        <p:spPr>
          <a:xfrm>
            <a:off x="1078736" y="2681719"/>
            <a:ext cx="1163194" cy="1231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5080">
              <a:tabLst>
                <a:tab pos="742950" algn="l"/>
              </a:tabLst>
            </a:pPr>
            <a:r>
              <a:rPr lang="fr-FR" sz="800" spc="-20" dirty="0">
                <a:solidFill>
                  <a:srgbClr val="231F2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Basée à Paris (75) France</a:t>
            </a:r>
          </a:p>
        </p:txBody>
      </p:sp>
      <p:sp>
        <p:nvSpPr>
          <p:cNvPr id="88" name="object 15">
            <a:extLst>
              <a:ext uri="{FF2B5EF4-FFF2-40B4-BE49-F238E27FC236}">
                <a16:creationId xmlns:a16="http://schemas.microsoft.com/office/drawing/2014/main" id="{3DAF1F9B-E1B3-4E45-92A9-2732C9C99509}"/>
              </a:ext>
            </a:extLst>
          </p:cNvPr>
          <p:cNvSpPr txBox="1"/>
          <p:nvPr/>
        </p:nvSpPr>
        <p:spPr>
          <a:xfrm>
            <a:off x="1078736" y="2316212"/>
            <a:ext cx="1163194" cy="1231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5080">
              <a:tabLst>
                <a:tab pos="742950" algn="l"/>
              </a:tabLst>
            </a:pPr>
            <a:r>
              <a:rPr lang="fr-FR" sz="800" spc="-20" dirty="0">
                <a:solidFill>
                  <a:srgbClr val="231F2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+336 74 11 36 35</a:t>
            </a:r>
          </a:p>
        </p:txBody>
      </p:sp>
      <p:sp>
        <p:nvSpPr>
          <p:cNvPr id="89" name="object 68">
            <a:extLst>
              <a:ext uri="{FF2B5EF4-FFF2-40B4-BE49-F238E27FC236}">
                <a16:creationId xmlns:a16="http://schemas.microsoft.com/office/drawing/2014/main" id="{B4E86A00-0528-4884-887B-DF1C162E3BA7}"/>
              </a:ext>
            </a:extLst>
          </p:cNvPr>
          <p:cNvSpPr/>
          <p:nvPr/>
        </p:nvSpPr>
        <p:spPr>
          <a:xfrm>
            <a:off x="444500" y="2832098"/>
            <a:ext cx="2065655" cy="0"/>
          </a:xfrm>
          <a:custGeom>
            <a:avLst/>
            <a:gdLst/>
            <a:ahLst/>
            <a:cxnLst/>
            <a:rect l="l" t="t" r="r" b="b"/>
            <a:pathLst>
              <a:path w="2065655">
                <a:moveTo>
                  <a:pt x="0" y="0"/>
                </a:moveTo>
                <a:lnTo>
                  <a:pt x="2065527" y="0"/>
                </a:lnTo>
              </a:path>
            </a:pathLst>
          </a:custGeom>
          <a:ln w="6350">
            <a:solidFill>
              <a:srgbClr val="939598"/>
            </a:solidFill>
          </a:ln>
        </p:spPr>
        <p:txBody>
          <a:bodyPr wrap="square" lIns="0" tIns="0" rIns="0" bIns="0" rtlCol="0"/>
          <a:lstStyle/>
          <a:p>
            <a:endParaRPr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90" name="object 68">
            <a:extLst>
              <a:ext uri="{FF2B5EF4-FFF2-40B4-BE49-F238E27FC236}">
                <a16:creationId xmlns:a16="http://schemas.microsoft.com/office/drawing/2014/main" id="{7A17C735-0A69-48E4-94E2-FAAD0719F6DF}"/>
              </a:ext>
            </a:extLst>
          </p:cNvPr>
          <p:cNvSpPr/>
          <p:nvPr/>
        </p:nvSpPr>
        <p:spPr>
          <a:xfrm>
            <a:off x="444500" y="2651124"/>
            <a:ext cx="2065655" cy="0"/>
          </a:xfrm>
          <a:custGeom>
            <a:avLst/>
            <a:gdLst/>
            <a:ahLst/>
            <a:cxnLst/>
            <a:rect l="l" t="t" r="r" b="b"/>
            <a:pathLst>
              <a:path w="2065655">
                <a:moveTo>
                  <a:pt x="0" y="0"/>
                </a:moveTo>
                <a:lnTo>
                  <a:pt x="2065527" y="0"/>
                </a:lnTo>
              </a:path>
            </a:pathLst>
          </a:custGeom>
          <a:ln w="6350">
            <a:solidFill>
              <a:srgbClr val="939598"/>
            </a:solidFill>
          </a:ln>
        </p:spPr>
        <p:txBody>
          <a:bodyPr wrap="square" lIns="0" tIns="0" rIns="0" bIns="0" rtlCol="0"/>
          <a:lstStyle/>
          <a:p>
            <a:endParaRPr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91" name="object 68">
            <a:extLst>
              <a:ext uri="{FF2B5EF4-FFF2-40B4-BE49-F238E27FC236}">
                <a16:creationId xmlns:a16="http://schemas.microsoft.com/office/drawing/2014/main" id="{28C388AA-3BA1-4710-8389-55C784299D1B}"/>
              </a:ext>
            </a:extLst>
          </p:cNvPr>
          <p:cNvSpPr/>
          <p:nvPr/>
        </p:nvSpPr>
        <p:spPr>
          <a:xfrm>
            <a:off x="444500" y="2470149"/>
            <a:ext cx="2065655" cy="0"/>
          </a:xfrm>
          <a:custGeom>
            <a:avLst/>
            <a:gdLst/>
            <a:ahLst/>
            <a:cxnLst/>
            <a:rect l="l" t="t" r="r" b="b"/>
            <a:pathLst>
              <a:path w="2065655">
                <a:moveTo>
                  <a:pt x="0" y="0"/>
                </a:moveTo>
                <a:lnTo>
                  <a:pt x="2065527" y="0"/>
                </a:lnTo>
              </a:path>
            </a:pathLst>
          </a:custGeom>
          <a:ln w="6350">
            <a:solidFill>
              <a:srgbClr val="939598"/>
            </a:solidFill>
          </a:ln>
        </p:spPr>
        <p:txBody>
          <a:bodyPr wrap="square" lIns="0" tIns="0" rIns="0" bIns="0" rtlCol="0"/>
          <a:lstStyle/>
          <a:p>
            <a:endParaRPr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92" name="object 68">
            <a:extLst>
              <a:ext uri="{FF2B5EF4-FFF2-40B4-BE49-F238E27FC236}">
                <a16:creationId xmlns:a16="http://schemas.microsoft.com/office/drawing/2014/main" id="{4BF41DCF-F908-4A77-BB0C-8C3429A47320}"/>
              </a:ext>
            </a:extLst>
          </p:cNvPr>
          <p:cNvSpPr/>
          <p:nvPr/>
        </p:nvSpPr>
        <p:spPr>
          <a:xfrm>
            <a:off x="444500" y="2161604"/>
            <a:ext cx="2065655" cy="0"/>
          </a:xfrm>
          <a:custGeom>
            <a:avLst/>
            <a:gdLst/>
            <a:ahLst/>
            <a:cxnLst/>
            <a:rect l="l" t="t" r="r" b="b"/>
            <a:pathLst>
              <a:path w="2065655">
                <a:moveTo>
                  <a:pt x="0" y="0"/>
                </a:moveTo>
                <a:lnTo>
                  <a:pt x="2065527" y="0"/>
                </a:lnTo>
              </a:path>
            </a:pathLst>
          </a:custGeom>
          <a:ln w="6350">
            <a:solidFill>
              <a:srgbClr val="939598"/>
            </a:solidFill>
          </a:ln>
        </p:spPr>
        <p:txBody>
          <a:bodyPr wrap="square" lIns="0" tIns="0" rIns="0" bIns="0" rtlCol="0"/>
          <a:lstStyle/>
          <a:p>
            <a:endParaRPr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pic>
        <p:nvPicPr>
          <p:cNvPr id="94" name="Picture 93" descr="A person wearing glasses&#10;&#10;Description automatically generated with medium confidence">
            <a:extLst>
              <a:ext uri="{FF2B5EF4-FFF2-40B4-BE49-F238E27FC236}">
                <a16:creationId xmlns:a16="http://schemas.microsoft.com/office/drawing/2014/main" id="{02960631-0779-460C-A534-5638036FEF47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1650" y="422278"/>
            <a:ext cx="1179576" cy="1179576"/>
          </a:xfrm>
          <a:prstGeom prst="rect">
            <a:avLst/>
          </a:prstGeom>
        </p:spPr>
      </p:pic>
      <p:sp>
        <p:nvSpPr>
          <p:cNvPr id="95" name="Oval 94">
            <a:extLst>
              <a:ext uri="{FF2B5EF4-FFF2-40B4-BE49-F238E27FC236}">
                <a16:creationId xmlns:a16="http://schemas.microsoft.com/office/drawing/2014/main" id="{0CA98E9F-0DD1-4B68-AE9E-BF81A5D1FF1B}"/>
              </a:ext>
            </a:extLst>
          </p:cNvPr>
          <p:cNvSpPr/>
          <p:nvPr/>
        </p:nvSpPr>
        <p:spPr>
          <a:xfrm>
            <a:off x="485835" y="414713"/>
            <a:ext cx="1188720" cy="1188720"/>
          </a:xfrm>
          <a:prstGeom prst="ellipse">
            <a:avLst/>
          </a:prstGeom>
          <a:noFill/>
          <a:ln w="38100">
            <a:solidFill>
              <a:srgbClr val="00AEE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29</TotalTime>
  <Words>431</Words>
  <Application>Microsoft Office PowerPoint</Application>
  <PresentationFormat>Personnalisé</PresentationFormat>
  <Paragraphs>65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8" baseType="lpstr">
      <vt:lpstr>Arial</vt:lpstr>
      <vt:lpstr>Calibri</vt:lpstr>
      <vt:lpstr>Calibri Light</vt:lpstr>
      <vt:lpstr>Lato</vt:lpstr>
      <vt:lpstr>Lato Black</vt:lpstr>
      <vt:lpstr>Trebuchet MS</vt:lpstr>
      <vt:lpstr>Office Theme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Estelle</dc:creator>
  <cp:lastModifiedBy>Estelle</cp:lastModifiedBy>
  <cp:revision>50</cp:revision>
  <dcterms:created xsi:type="dcterms:W3CDTF">2021-04-30T13:47:16Z</dcterms:created>
  <dcterms:modified xsi:type="dcterms:W3CDTF">2021-10-22T13:12:20Z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2021-04-30T00:00:00Z</vt:filetime>
  </property>
  <property fmtid="{D5CDD505-2E9C-101B-9397-08002B2CF9AE}" pid="3" name="Creator">
    <vt:lpwstr>Adobe InDesign 15.1 (Windows)</vt:lpwstr>
  </property>
  <property fmtid="{D5CDD505-2E9C-101B-9397-08002B2CF9AE}" pid="4" name="LastSaved">
    <vt:filetime>2021-04-30T00:00:00Z</vt:filetime>
  </property>
</Properties>
</file>