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6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1381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3A25-E6D5-47D0-9CAF-7DE1A163A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DC907-29A1-4E97-86F0-71E7ED704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A71DD-7D28-4FC7-AAA3-DC269A2E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0AE6-DE9C-46CC-92CA-343AF390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B9023-F9C3-4F29-8BEF-A0FA831B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7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2C58-E126-408B-B8FB-721DF91C0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48D5-7660-4E2B-B6A0-D23B4FE0B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1C32-E789-4A94-BC1A-190D0631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9FAB-EA7A-4536-9395-6A0D5360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BAF1D-3A3F-4A9C-978F-B855F9B41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5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EBF6-0A10-42EC-898F-73E39ECC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71491-FBA0-4253-9284-8C200256E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8CE21-53CE-406E-AAFB-FB894ED43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696C8-3A4D-47EC-827E-9DC90D1F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EA7BD-2BC6-4B54-A95E-595F7AF4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52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49D9-3901-4972-AF59-FC8519F7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8FCD3-4A7C-4B09-8735-388A893B5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75319D-2697-447F-9C50-1BF7CCE49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A6EB3-4FC4-471D-B5E4-96414FE4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539A5-69DC-4356-9209-1CCC48EF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05441-A9C8-49D5-9AB4-3A90989C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44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D343-001D-4358-9C8A-B38B9652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31204-E2F0-4C8E-B14E-D7B41850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418FB-2570-411E-AE7E-E340CFAEE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8786B-2BDB-4B75-B46C-DF44C6D71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99810-EE91-4987-8CDE-22C1326065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673081-988E-44FE-A825-BA420F9A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3D035-CE40-47AC-94B4-6DE7D5AD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D8B3E-680F-41B5-8BBD-FCD4CCEC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0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838F3-FB24-4C9E-8744-6CEDB0E7F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B5F085-D2C0-4547-961F-3F9E561C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0C090-2E5D-4482-A4D3-93810CE54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6B832-96DA-45CC-9496-9CAC2D13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D2A96-2062-4A36-9291-4393D34E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1CB8D-F2E6-4370-B077-9A2238FA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2DEB6-FDC8-4F00-A6CF-0A82B1DF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E4F9-435B-485B-8561-79EE00376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55C6-9C4F-4E03-9C92-8F4CAA83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F5195-B1E9-4D2A-A7F1-887251EA5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84DCE-0D20-4F5B-9183-D1E9A4905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9555-4CEE-4C3B-89C6-3ACED912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4E7ED-795F-4586-923D-65283FE92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9426-71BF-444F-B412-B8ED99A4A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C387-4877-4697-9E62-D96FFA6D0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2C0272-7742-4ED8-B0A3-B83F8BA4E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5A843-4283-4E25-8F55-441D26BF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CDB9D-F617-406C-8D07-3FBA114CB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3604-4FB0-4682-ADB1-6FBE77A7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83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E2EB-164D-4F07-9B87-694B810F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6FCC0-BCBE-4F5D-A675-0A11969B5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9965A-35A3-4E56-9B8C-49750D4F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E3D64-83D7-42FE-ABB2-DCCEE36CB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24524-7D14-45DB-BF55-4A5BF341F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E16D5-A882-470B-9B2F-FB7EBBBF5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DD964-2948-4A9B-8D53-7E9D33274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DD0CD-60CA-4929-B133-A8E0AAB1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83C47-A893-47DA-8CAA-99E0C05C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03BB-0105-47F3-8B47-8F4D5EADC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8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96A3A4-DF5D-44FF-B23F-AE505EAB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79874-541D-4990-9493-1454ECC61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FB135-AC3D-4792-9F58-080E787E9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38D35-1855-473F-8B87-678A71C3D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35F8D-3B4E-4EB8-B809-217550AFC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3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82B4F97-A055-4CD5-8571-603D100628C8}"/>
              </a:ext>
            </a:extLst>
          </p:cNvPr>
          <p:cNvSpPr/>
          <p:nvPr/>
        </p:nvSpPr>
        <p:spPr>
          <a:xfrm>
            <a:off x="0" y="0"/>
            <a:ext cx="7556500" cy="23841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C2439C-5BCD-4B31-99E7-DBCF42A6DB0F}"/>
              </a:ext>
            </a:extLst>
          </p:cNvPr>
          <p:cNvSpPr/>
          <p:nvPr/>
        </p:nvSpPr>
        <p:spPr>
          <a:xfrm>
            <a:off x="1600198" y="2484774"/>
            <a:ext cx="4633593" cy="440122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CD2E5D-F788-4AE7-A3D4-9D5432860A85}"/>
              </a:ext>
            </a:extLst>
          </p:cNvPr>
          <p:cNvSpPr/>
          <p:nvPr/>
        </p:nvSpPr>
        <p:spPr>
          <a:xfrm>
            <a:off x="1600200" y="2504265"/>
            <a:ext cx="4633594" cy="404383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C276F8-0EDB-4FAB-A772-BFB072F1ACB3}"/>
              </a:ext>
            </a:extLst>
          </p:cNvPr>
          <p:cNvSpPr/>
          <p:nvPr/>
        </p:nvSpPr>
        <p:spPr>
          <a:xfrm>
            <a:off x="457200" y="3246394"/>
            <a:ext cx="2941320" cy="203261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DF3228-3F5B-49C7-8700-73945906DE35}"/>
              </a:ext>
            </a:extLst>
          </p:cNvPr>
          <p:cNvSpPr/>
          <p:nvPr/>
        </p:nvSpPr>
        <p:spPr>
          <a:xfrm>
            <a:off x="4147596" y="3259344"/>
            <a:ext cx="2941320" cy="203261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E3E640-3548-4F39-92DF-9FDB7165AFF4}"/>
              </a:ext>
            </a:extLst>
          </p:cNvPr>
          <p:cNvSpPr/>
          <p:nvPr/>
        </p:nvSpPr>
        <p:spPr>
          <a:xfrm>
            <a:off x="4147596" y="5540582"/>
            <a:ext cx="2941320" cy="203261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37C584-78F0-4135-A2B2-EFEA843C2EFD}"/>
              </a:ext>
            </a:extLst>
          </p:cNvPr>
          <p:cNvSpPr/>
          <p:nvPr/>
        </p:nvSpPr>
        <p:spPr>
          <a:xfrm>
            <a:off x="4147596" y="7159832"/>
            <a:ext cx="2941320" cy="203261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D21658-9654-4D04-83F5-E3B434E2C0B5}"/>
              </a:ext>
            </a:extLst>
          </p:cNvPr>
          <p:cNvSpPr/>
          <p:nvPr/>
        </p:nvSpPr>
        <p:spPr>
          <a:xfrm>
            <a:off x="4147596" y="9064831"/>
            <a:ext cx="2941320" cy="203261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099" y="505814"/>
            <a:ext cx="32797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ADRIEN MERCIER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499" y="1386394"/>
            <a:ext cx="4019551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As an experienced sales manager and a qualified technician, my</a:t>
            </a:r>
            <a:endParaRPr lang="en-GB" sz="1000" dirty="0">
              <a:solidFill>
                <a:srgbClr val="FFFFFF"/>
              </a:solidFill>
              <a:latin typeface="Raleway" panose="020B0503030101060003" pitchFamily="34" charset="0"/>
              <a:cs typeface="Trebuchet MS"/>
            </a:endParaRPr>
          </a:p>
          <a:p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varied experiences in the health sector have taught me attention</a:t>
            </a:r>
          </a:p>
          <a:p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to detail and  efficiency. I am currently looking for a new challenge </a:t>
            </a:r>
          </a:p>
          <a:p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where I can enhance my skills and demonstrate innovative ideas to</a:t>
            </a:r>
            <a:endParaRPr lang="en-GB" sz="1000" dirty="0">
              <a:latin typeface="Raleway" panose="020B0503030101060003" pitchFamily="34" charset="0"/>
              <a:cs typeface="Trebuchet MS"/>
            </a:endParaRPr>
          </a:p>
          <a:p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conquer new markets.</a:t>
            </a:r>
            <a:endParaRPr lang="en-GB"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33060" y="3628747"/>
            <a:ext cx="2957195" cy="1676741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SCHOOL XXX</a:t>
            </a:r>
          </a:p>
          <a:p>
            <a:pPr marR="532130">
              <a:lnSpc>
                <a:spcPct val="100000"/>
              </a:lnSpc>
              <a:spcBef>
                <a:spcPts val="114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Master of Marketing and Business  Management</a:t>
            </a:r>
          </a:p>
          <a:p>
            <a:pPr>
              <a:lnSpc>
                <a:spcPts val="1315"/>
              </a:lnSpc>
            </a:pPr>
            <a:r>
              <a:rPr sz="1200" i="1" dirty="0">
                <a:latin typeface="Raleway" panose="020B0503030101060003" pitchFamily="34" charset="0"/>
                <a:cs typeface="Trebuchet MS"/>
              </a:rPr>
              <a:t>Final internship in China</a:t>
            </a:r>
            <a:endParaRPr sz="1200" dirty="0">
              <a:latin typeface="Raleway" panose="020B0503030101060003" pitchFamily="34" charset="0"/>
              <a:cs typeface="Trebuchet MS"/>
            </a:endParaRPr>
          </a:p>
          <a:p>
            <a:pPr>
              <a:lnSpc>
                <a:spcPts val="1555"/>
              </a:lnSpc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2008</a:t>
            </a:r>
            <a:endParaRPr sz="1400" dirty="0">
              <a:latin typeface="Raleway" panose="020B0503030101060003" pitchFamily="34" charset="0"/>
              <a:cs typeface="Trebuchet MS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SCHOOL XXX</a:t>
            </a:r>
          </a:p>
          <a:p>
            <a:pPr>
              <a:lnSpc>
                <a:spcPts val="1380"/>
              </a:lnSpc>
              <a:spcBef>
                <a:spcPts val="114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Diploma in International Business Studies</a:t>
            </a:r>
          </a:p>
          <a:p>
            <a:pPr>
              <a:lnSpc>
                <a:spcPts val="1620"/>
              </a:lnSpc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2005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5709" y="7459168"/>
            <a:ext cx="1248410" cy="141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7310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English  Italian  Spanish</a:t>
            </a: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Microsoft Office</a:t>
            </a: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ACT! CRM (SAGE)</a:t>
            </a: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SalesForce.com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45709" y="5816448"/>
            <a:ext cx="2745740" cy="95410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SalesForce.com Certification</a:t>
            </a:r>
          </a:p>
          <a:p>
            <a:pPr>
              <a:lnSpc>
                <a:spcPct val="100000"/>
              </a:lnSpc>
              <a:spcBef>
                <a:spcPts val="560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Strategic Selling: Miller Heiman Alumni</a:t>
            </a:r>
          </a:p>
          <a:p>
            <a:pPr marR="469265">
              <a:lnSpc>
                <a:spcPts val="1300"/>
              </a:lnSpc>
              <a:spcBef>
                <a:spcPts val="720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Ethics &amp; Compliance:  The Legal  Knowledge Co.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33060" y="9368740"/>
            <a:ext cx="5695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latin typeface="Raleway" panose="020B0503030101060003" pitchFamily="34" charset="0"/>
                <a:cs typeface="Trebuchet MS"/>
              </a:rPr>
              <a:t>Fitness  Travel  Theatre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4421" y="3644138"/>
            <a:ext cx="3068320" cy="186204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118110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BUSINESS ENGINEER FRANCE / SOUTHERN  EUROPE</a:t>
            </a:r>
          </a:p>
          <a:p>
            <a:pPr>
              <a:lnSpc>
                <a:spcPts val="118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Company XXX, Paris</a:t>
            </a:r>
          </a:p>
          <a:p>
            <a:pPr marR="5080">
              <a:lnSpc>
                <a:spcPts val="1200"/>
              </a:lnSpc>
              <a:spcBef>
                <a:spcPts val="475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Launching a new platform (instruments &amp;  reagents) combining PCR &amp; Mass Spectometry  for bacteriology, virology &amp; mycology  laboratories</a:t>
            </a:r>
          </a:p>
          <a:p>
            <a:pPr marR="216535">
              <a:lnSpc>
                <a:spcPts val="1200"/>
              </a:lnSpc>
            </a:pPr>
            <a:r>
              <a:rPr sz="1100" i="1" dirty="0">
                <a:latin typeface="Raleway" panose="020B0503030101060003" pitchFamily="34" charset="0"/>
                <a:cs typeface="Trebuchet MS"/>
              </a:rPr>
              <a:t>Achievements: </a:t>
            </a:r>
            <a:r>
              <a:rPr sz="1100" dirty="0">
                <a:latin typeface="Raleway" panose="020B0503030101060003" pitchFamily="34" charset="0"/>
                <a:cs typeface="Trebuchet MS"/>
              </a:rPr>
              <a:t>Established 4 platforms (1 FR,  1 BEL and 2 ITA),  constructed an economic</a:t>
            </a:r>
          </a:p>
          <a:p>
            <a:pPr>
              <a:lnSpc>
                <a:spcPts val="118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model, implemented a new marketing strategy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01/2015-Present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421" y="8876182"/>
            <a:ext cx="2767330" cy="12464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R="313055">
              <a:lnSpc>
                <a:spcPts val="1200"/>
              </a:lnSpc>
              <a:spcBef>
                <a:spcPts val="24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EXPORT MANAGER EU/VETERINARY  PRODUCTS</a:t>
            </a:r>
          </a:p>
          <a:p>
            <a:pPr>
              <a:lnSpc>
                <a:spcPts val="118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Company XXX, London</a:t>
            </a:r>
          </a:p>
          <a:p>
            <a:pPr marR="5080">
              <a:lnSpc>
                <a:spcPts val="1200"/>
              </a:lnSpc>
              <a:spcBef>
                <a:spcPts val="475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Managed the existing client portfolio (UK)  Prospected new markets (Italy and Ireland)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09/2004-04/2008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421" y="5704713"/>
            <a:ext cx="3068320" cy="1574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60"/>
              </a:lnSpc>
              <a:spcBef>
                <a:spcPts val="10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REGIONAL MANAGER</a:t>
            </a:r>
          </a:p>
          <a:p>
            <a:pPr>
              <a:lnSpc>
                <a:spcPts val="126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Company XXX, Paris</a:t>
            </a:r>
          </a:p>
          <a:p>
            <a:pPr marR="5080">
              <a:lnSpc>
                <a:spcPts val="1200"/>
              </a:lnSpc>
              <a:spcBef>
                <a:spcPts val="475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Developed sales (PCR Instruments &amp; Reagents)  for a clientele of public and private biologists  </a:t>
            </a:r>
            <a:r>
              <a:rPr sz="1100" i="1" dirty="0">
                <a:latin typeface="Raleway" panose="020B0503030101060003" pitchFamily="34" charset="0"/>
                <a:cs typeface="Trebuchet MS"/>
              </a:rPr>
              <a:t>Achievements: </a:t>
            </a:r>
            <a:r>
              <a:rPr sz="1100" dirty="0">
                <a:latin typeface="Raleway" panose="020B0503030101060003" pitchFamily="34" charset="0"/>
                <a:cs typeface="Trebuchet MS"/>
              </a:rPr>
              <a:t>Advancement of €100k in sales  in 2010 to €900k in 2014,  21 new clients in the  portfolio, increased the number of different  tests used per account</a:t>
            </a:r>
          </a:p>
          <a:p>
            <a:pPr>
              <a:lnSpc>
                <a:spcPct val="100000"/>
              </a:lnSpc>
              <a:spcBef>
                <a:spcPts val="320"/>
              </a:spcBef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08/2010-01/2015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421" y="7438250"/>
            <a:ext cx="3011805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60"/>
              </a:lnSpc>
              <a:spcBef>
                <a:spcPts val="100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SALES MANAGER (WEST)</a:t>
            </a:r>
          </a:p>
          <a:p>
            <a:pPr>
              <a:lnSpc>
                <a:spcPts val="1260"/>
              </a:lnSpc>
            </a:pPr>
            <a:r>
              <a:rPr sz="1100" dirty="0">
                <a:latin typeface="Raleway" panose="020B0503030101060003" pitchFamily="34" charset="0"/>
                <a:cs typeface="Trebuchet MS"/>
              </a:rPr>
              <a:t>Company XXX, Paris</a:t>
            </a:r>
          </a:p>
          <a:p>
            <a:pPr marR="151130">
              <a:lnSpc>
                <a:spcPts val="1200"/>
              </a:lnSpc>
              <a:spcBef>
                <a:spcPts val="475"/>
              </a:spcBef>
            </a:pPr>
            <a:r>
              <a:rPr sz="1100" dirty="0">
                <a:latin typeface="Raleway" panose="020B0503030101060003" pitchFamily="34" charset="0"/>
                <a:cs typeface="Trebuchet MS"/>
              </a:rPr>
              <a:t>Managed the client portfolio and carried out  prospecting activities</a:t>
            </a:r>
          </a:p>
          <a:p>
            <a:pPr marR="5080">
              <a:lnSpc>
                <a:spcPts val="1200"/>
              </a:lnSpc>
            </a:pPr>
            <a:r>
              <a:rPr sz="1100" i="1" dirty="0">
                <a:latin typeface="Raleway" panose="020B0503030101060003" pitchFamily="34" charset="0"/>
                <a:cs typeface="Trebuchet MS"/>
              </a:rPr>
              <a:t>Achievements: </a:t>
            </a:r>
            <a:r>
              <a:rPr sz="1100" dirty="0">
                <a:latin typeface="Raleway" panose="020B0503030101060003" pitchFamily="34" charset="0"/>
                <a:cs typeface="Trebuchet MS"/>
              </a:rPr>
              <a:t>Reached objectives with €500k  online sales turnover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400" dirty="0">
                <a:solidFill>
                  <a:srgbClr val="09BCC3"/>
                </a:solidFill>
                <a:latin typeface="Raleway" panose="020B0503030101060003" pitchFamily="34" charset="0"/>
                <a:cs typeface="Trebuchet MS"/>
              </a:rPr>
              <a:t>08/2008-08/2010</a:t>
            </a:r>
            <a:endParaRPr sz="14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371300" y="734389"/>
            <a:ext cx="2188845" cy="1169670"/>
          </a:xfrm>
          <a:custGeom>
            <a:avLst/>
            <a:gdLst/>
            <a:ahLst/>
            <a:cxnLst/>
            <a:rect l="l" t="t" r="r" b="b"/>
            <a:pathLst>
              <a:path w="2188845" h="1169670">
                <a:moveTo>
                  <a:pt x="2188692" y="946658"/>
                </a:moveTo>
                <a:lnTo>
                  <a:pt x="919480" y="946658"/>
                </a:lnTo>
                <a:lnTo>
                  <a:pt x="919480" y="946912"/>
                </a:lnTo>
                <a:lnTo>
                  <a:pt x="111125" y="946912"/>
                </a:lnTo>
                <a:lnTo>
                  <a:pt x="67868" y="955636"/>
                </a:lnTo>
                <a:lnTo>
                  <a:pt x="32550" y="979449"/>
                </a:lnTo>
                <a:lnTo>
                  <a:pt x="8737" y="1014768"/>
                </a:lnTo>
                <a:lnTo>
                  <a:pt x="0" y="1058037"/>
                </a:lnTo>
                <a:lnTo>
                  <a:pt x="8737" y="1101293"/>
                </a:lnTo>
                <a:lnTo>
                  <a:pt x="32550" y="1136611"/>
                </a:lnTo>
                <a:lnTo>
                  <a:pt x="67868" y="1160424"/>
                </a:lnTo>
                <a:lnTo>
                  <a:pt x="111125" y="1169162"/>
                </a:lnTo>
                <a:lnTo>
                  <a:pt x="1048867" y="1169162"/>
                </a:lnTo>
                <a:lnTo>
                  <a:pt x="1055154" y="1167892"/>
                </a:lnTo>
                <a:lnTo>
                  <a:pt x="2188692" y="1167892"/>
                </a:lnTo>
                <a:lnTo>
                  <a:pt x="2188692" y="946658"/>
                </a:lnTo>
                <a:close/>
              </a:path>
              <a:path w="2188845" h="1169670">
                <a:moveTo>
                  <a:pt x="2188692" y="626364"/>
                </a:moveTo>
                <a:lnTo>
                  <a:pt x="919480" y="626364"/>
                </a:lnTo>
                <a:lnTo>
                  <a:pt x="919480" y="626618"/>
                </a:lnTo>
                <a:lnTo>
                  <a:pt x="111125" y="626618"/>
                </a:lnTo>
                <a:lnTo>
                  <a:pt x="67868" y="635342"/>
                </a:lnTo>
                <a:lnTo>
                  <a:pt x="32550" y="659155"/>
                </a:lnTo>
                <a:lnTo>
                  <a:pt x="8737" y="694474"/>
                </a:lnTo>
                <a:lnTo>
                  <a:pt x="0" y="737743"/>
                </a:lnTo>
                <a:lnTo>
                  <a:pt x="8737" y="780986"/>
                </a:lnTo>
                <a:lnTo>
                  <a:pt x="32550" y="816317"/>
                </a:lnTo>
                <a:lnTo>
                  <a:pt x="67868" y="840130"/>
                </a:lnTo>
                <a:lnTo>
                  <a:pt x="111125" y="848868"/>
                </a:lnTo>
                <a:lnTo>
                  <a:pt x="1048867" y="848868"/>
                </a:lnTo>
                <a:lnTo>
                  <a:pt x="1055217" y="847585"/>
                </a:lnTo>
                <a:lnTo>
                  <a:pt x="2188692" y="847585"/>
                </a:lnTo>
                <a:lnTo>
                  <a:pt x="2188692" y="626364"/>
                </a:lnTo>
                <a:close/>
              </a:path>
              <a:path w="2188845" h="1169670">
                <a:moveTo>
                  <a:pt x="2188692" y="306324"/>
                </a:moveTo>
                <a:lnTo>
                  <a:pt x="919480" y="306324"/>
                </a:lnTo>
                <a:lnTo>
                  <a:pt x="919480" y="306578"/>
                </a:lnTo>
                <a:lnTo>
                  <a:pt x="111125" y="306578"/>
                </a:lnTo>
                <a:lnTo>
                  <a:pt x="67868" y="315302"/>
                </a:lnTo>
                <a:lnTo>
                  <a:pt x="32550" y="339128"/>
                </a:lnTo>
                <a:lnTo>
                  <a:pt x="8737" y="374446"/>
                </a:lnTo>
                <a:lnTo>
                  <a:pt x="0" y="417703"/>
                </a:lnTo>
                <a:lnTo>
                  <a:pt x="8737" y="460959"/>
                </a:lnTo>
                <a:lnTo>
                  <a:pt x="32550" y="496277"/>
                </a:lnTo>
                <a:lnTo>
                  <a:pt x="67868" y="520090"/>
                </a:lnTo>
                <a:lnTo>
                  <a:pt x="111125" y="528828"/>
                </a:lnTo>
                <a:lnTo>
                  <a:pt x="1048867" y="528828"/>
                </a:lnTo>
                <a:lnTo>
                  <a:pt x="1055217" y="527545"/>
                </a:lnTo>
                <a:lnTo>
                  <a:pt x="2188692" y="527545"/>
                </a:lnTo>
                <a:lnTo>
                  <a:pt x="2188692" y="306324"/>
                </a:lnTo>
                <a:close/>
              </a:path>
              <a:path w="2188845" h="1169670">
                <a:moveTo>
                  <a:pt x="2188692" y="0"/>
                </a:moveTo>
                <a:lnTo>
                  <a:pt x="919480" y="0"/>
                </a:lnTo>
                <a:lnTo>
                  <a:pt x="919480" y="254"/>
                </a:lnTo>
                <a:lnTo>
                  <a:pt x="111125" y="254"/>
                </a:lnTo>
                <a:lnTo>
                  <a:pt x="67868" y="8978"/>
                </a:lnTo>
                <a:lnTo>
                  <a:pt x="32550" y="32804"/>
                </a:lnTo>
                <a:lnTo>
                  <a:pt x="8737" y="68122"/>
                </a:lnTo>
                <a:lnTo>
                  <a:pt x="0" y="111379"/>
                </a:lnTo>
                <a:lnTo>
                  <a:pt x="8737" y="154635"/>
                </a:lnTo>
                <a:lnTo>
                  <a:pt x="32550" y="189953"/>
                </a:lnTo>
                <a:lnTo>
                  <a:pt x="67868" y="213766"/>
                </a:lnTo>
                <a:lnTo>
                  <a:pt x="111125" y="222504"/>
                </a:lnTo>
                <a:lnTo>
                  <a:pt x="1048867" y="222504"/>
                </a:lnTo>
                <a:lnTo>
                  <a:pt x="1055217" y="221221"/>
                </a:lnTo>
                <a:lnTo>
                  <a:pt x="2188692" y="221221"/>
                </a:lnTo>
                <a:lnTo>
                  <a:pt x="2188692" y="0"/>
                </a:lnTo>
                <a:close/>
              </a:path>
            </a:pathLst>
          </a:custGeom>
          <a:solidFill>
            <a:srgbClr val="38B6C4"/>
          </a:solidFill>
        </p:spPr>
        <p:txBody>
          <a:bodyPr wrap="square" lIns="0" tIns="0" rIns="0" bIns="0" rtlCol="0"/>
          <a:lstStyle/>
          <a:p>
            <a:endParaRPr>
              <a:latin typeface="Raleway" panose="020B0503030101060003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40450" y="772490"/>
            <a:ext cx="100326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5" algn="r">
              <a:lnSpc>
                <a:spcPct val="100000"/>
              </a:lnSpc>
              <a:spcBef>
                <a:spcPts val="270"/>
              </a:spcBef>
            </a:pPr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+3</a:t>
            </a:r>
            <a:r>
              <a:rPr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36 74 11 36 35</a:t>
            </a:r>
            <a:endParaRPr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07050" y="1399475"/>
            <a:ext cx="153666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spcBef>
                <a:spcPts val="100"/>
              </a:spcBef>
            </a:pPr>
            <a:r>
              <a:rPr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Based in Pa</a:t>
            </a:r>
            <a:r>
              <a:rPr lang="en-US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ris (75) France</a:t>
            </a:r>
            <a:endParaRPr lang="en-US"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35650" y="1719148"/>
            <a:ext cx="130806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80"/>
              </a:spcBef>
            </a:pPr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France &amp; </a:t>
            </a:r>
            <a:r>
              <a:rPr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International</a:t>
            </a:r>
            <a:endParaRPr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087" y="1002718"/>
            <a:ext cx="35382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FFFFFF"/>
                </a:solidFill>
                <a:latin typeface="Raleway Light" panose="020B0403030101060003" pitchFamily="34" charset="0"/>
                <a:cs typeface="Trebuchet MS"/>
              </a:rPr>
              <a:t>DYNAMIC, ORGANISED, PERFORMANCE ORIENTED</a:t>
            </a:r>
            <a:endParaRPr sz="12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35447" y="7191884"/>
            <a:ext cx="533403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SKILLS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35449" y="5572987"/>
            <a:ext cx="1295402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CERTIFICATIONS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35447" y="9096630"/>
            <a:ext cx="914403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INTERESTS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30" name="object 17">
            <a:extLst>
              <a:ext uri="{FF2B5EF4-FFF2-40B4-BE49-F238E27FC236}">
                <a16:creationId xmlns:a16="http://schemas.microsoft.com/office/drawing/2014/main" id="{A6FB555A-8403-43E4-9EF7-BEDA1A78DBC9}"/>
              </a:ext>
            </a:extLst>
          </p:cNvPr>
          <p:cNvSpPr txBox="1"/>
          <p:nvPr/>
        </p:nvSpPr>
        <p:spPr>
          <a:xfrm>
            <a:off x="5530851" y="1082610"/>
            <a:ext cx="161286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000" dirty="0" err="1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adrien.merci</a:t>
            </a:r>
            <a:r>
              <a:rPr lang="en-GB" sz="1000" dirty="0">
                <a:solidFill>
                  <a:srgbClr val="FFFFFF"/>
                </a:solidFill>
                <a:latin typeface="Raleway" panose="020B0503030101060003" pitchFamily="34" charset="0"/>
                <a:cs typeface="Trebuchet MS"/>
              </a:rPr>
              <a:t>er@gmail.com</a:t>
            </a:r>
            <a:endParaRPr sz="1000" dirty="0">
              <a:latin typeface="Raleway" panose="020B0503030101060003" pitchFamily="34" charset="0"/>
              <a:cs typeface="Trebuchet MS"/>
            </a:endParaRPr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70D40A52-4486-492A-AB2E-09F236E7C82F}"/>
              </a:ext>
            </a:extLst>
          </p:cNvPr>
          <p:cNvSpPr txBox="1"/>
          <p:nvPr/>
        </p:nvSpPr>
        <p:spPr>
          <a:xfrm>
            <a:off x="577850" y="3286078"/>
            <a:ext cx="2209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PROFESSIONAL EXPERIENCE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40" name="object 25">
            <a:extLst>
              <a:ext uri="{FF2B5EF4-FFF2-40B4-BE49-F238E27FC236}">
                <a16:creationId xmlns:a16="http://schemas.microsoft.com/office/drawing/2014/main" id="{397A1A6E-C679-4A74-91E6-BCD4DD4EC3D9}"/>
              </a:ext>
            </a:extLst>
          </p:cNvPr>
          <p:cNvSpPr txBox="1"/>
          <p:nvPr/>
        </p:nvSpPr>
        <p:spPr>
          <a:xfrm>
            <a:off x="4235449" y="3293177"/>
            <a:ext cx="914401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EDUCATION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42" name="object 25">
            <a:extLst>
              <a:ext uri="{FF2B5EF4-FFF2-40B4-BE49-F238E27FC236}">
                <a16:creationId xmlns:a16="http://schemas.microsoft.com/office/drawing/2014/main" id="{FA510F3C-08A7-4C04-BCCA-C296B62993CD}"/>
              </a:ext>
            </a:extLst>
          </p:cNvPr>
          <p:cNvSpPr txBox="1"/>
          <p:nvPr/>
        </p:nvSpPr>
        <p:spPr>
          <a:xfrm>
            <a:off x="2038186" y="2587690"/>
            <a:ext cx="3679190" cy="3154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BUSINESS ENGINEER - KEY ACCOUNT MANAGER</a:t>
            </a:r>
          </a:p>
          <a:p>
            <a:pPr algn="ctr">
              <a:lnSpc>
                <a:spcPts val="1200"/>
              </a:lnSpc>
            </a:pPr>
            <a:r>
              <a:rPr lang="en-US" sz="1200" dirty="0">
                <a:solidFill>
                  <a:srgbClr val="FFFFFF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12+ YEARS OF EXPERIENCE</a:t>
            </a:r>
            <a:endParaRPr sz="12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CD7C80-AFAD-4B6A-A5F9-690C531FDA2A}"/>
              </a:ext>
            </a:extLst>
          </p:cNvPr>
          <p:cNvSpPr/>
          <p:nvPr/>
        </p:nvSpPr>
        <p:spPr>
          <a:xfrm>
            <a:off x="457200" y="876574"/>
            <a:ext cx="1645920" cy="45720"/>
          </a:xfrm>
          <a:prstGeom prst="rect">
            <a:avLst/>
          </a:prstGeom>
          <a:solidFill>
            <a:srgbClr val="38B6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313</Words>
  <Application>Microsoft Office PowerPoint</Application>
  <PresentationFormat>Personnalisé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Kalinga</vt:lpstr>
      <vt:lpstr>Raleway</vt:lpstr>
      <vt:lpstr>Raleway Light</vt:lpstr>
      <vt:lpstr>Trebuchet MS</vt:lpstr>
      <vt:lpstr>Office Theme</vt:lpstr>
      <vt:lpstr>ADRIEN MERCIER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ADRIEN MERCIER</dc:title>
  <dc:creator>Estelle</dc:creator>
  <cp:lastModifiedBy>Estelle</cp:lastModifiedBy>
  <cp:revision>46</cp:revision>
  <dcterms:created xsi:type="dcterms:W3CDTF">2021-06-09T23:34:51Z</dcterms:created>
  <dcterms:modified xsi:type="dcterms:W3CDTF">2021-10-22T13:26:11Z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2021-06-10T00:00:00Z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2021-06-09T00:00:00Z</vt:filetime>
  </property>
</Properties>
</file>