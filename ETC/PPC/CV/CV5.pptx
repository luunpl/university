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51" d="100"/>
          <a:sy n="51" d="100"/>
        </p:scale>
        <p:origin x="254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090670" y="1890332"/>
            <a:ext cx="3303904" cy="673100"/>
          </a:xfrm>
          <a:custGeom>
            <a:avLst/>
            <a:gdLst/>
            <a:ahLst/>
            <a:cxnLst/>
            <a:rect l="l" t="t" r="r" b="b"/>
            <a:pathLst>
              <a:path w="3303904" h="673100">
                <a:moveTo>
                  <a:pt x="152400" y="0"/>
                </a:move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0" y="520700"/>
                </a:lnTo>
                <a:lnTo>
                  <a:pt x="7769" y="568868"/>
                </a:lnTo>
                <a:lnTo>
                  <a:pt x="29405" y="610703"/>
                </a:lnTo>
                <a:lnTo>
                  <a:pt x="62396" y="643694"/>
                </a:lnTo>
                <a:lnTo>
                  <a:pt x="104231" y="665330"/>
                </a:lnTo>
                <a:lnTo>
                  <a:pt x="152400" y="673100"/>
                </a:lnTo>
                <a:lnTo>
                  <a:pt x="3151352" y="673100"/>
                </a:lnTo>
                <a:lnTo>
                  <a:pt x="3199520" y="665330"/>
                </a:lnTo>
                <a:lnTo>
                  <a:pt x="3241355" y="643694"/>
                </a:lnTo>
                <a:lnTo>
                  <a:pt x="3274346" y="610703"/>
                </a:lnTo>
                <a:lnTo>
                  <a:pt x="3295982" y="568868"/>
                </a:lnTo>
                <a:lnTo>
                  <a:pt x="3303752" y="520700"/>
                </a:lnTo>
                <a:lnTo>
                  <a:pt x="3303752" y="152400"/>
                </a:lnTo>
                <a:lnTo>
                  <a:pt x="3295982" y="104231"/>
                </a:lnTo>
                <a:lnTo>
                  <a:pt x="3274346" y="62396"/>
                </a:lnTo>
                <a:lnTo>
                  <a:pt x="3241355" y="29405"/>
                </a:lnTo>
                <a:lnTo>
                  <a:pt x="3199520" y="7769"/>
                </a:lnTo>
                <a:lnTo>
                  <a:pt x="3151352" y="0"/>
                </a:lnTo>
                <a:lnTo>
                  <a:pt x="152400" y="0"/>
                </a:lnTo>
                <a:close/>
              </a:path>
            </a:pathLst>
          </a:custGeom>
          <a:ln w="12700">
            <a:solidFill>
              <a:srgbClr val="9118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.Morel@gmail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69662" y="3398684"/>
            <a:ext cx="91249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10" dirty="0">
                <a:solidFill>
                  <a:srgbClr val="231F20"/>
                </a:solidFill>
                <a:latin typeface="Arial"/>
                <a:cs typeface="Arial"/>
              </a:rPr>
              <a:t>FORMATIONS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28820" y="3925951"/>
            <a:ext cx="16192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MsC</a:t>
            </a:r>
            <a:r>
              <a:rPr sz="1000" spc="-2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International</a:t>
            </a:r>
            <a:r>
              <a:rPr sz="1000" spc="-5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Marketing </a:t>
            </a:r>
            <a:r>
              <a:rPr sz="1000" spc="-24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Campus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de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Paris</a:t>
            </a:r>
            <a:endParaRPr sz="1000">
              <a:latin typeface="Raleway-ExtraLight"/>
              <a:cs typeface="Raleway-Extra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13430" y="4524871"/>
            <a:ext cx="20307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Master</a:t>
            </a:r>
            <a:r>
              <a:rPr sz="1000" spc="-3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1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Management international </a:t>
            </a:r>
            <a:r>
              <a:rPr sz="1000" spc="-24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Campus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de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Paris</a:t>
            </a:r>
            <a:endParaRPr sz="1000">
              <a:latin typeface="Raleway-ExtraLight"/>
              <a:cs typeface="Raleway-Extra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37332" y="3776388"/>
            <a:ext cx="4210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80" dirty="0">
                <a:solidFill>
                  <a:srgbClr val="231F20"/>
                </a:solidFill>
                <a:latin typeface="Arial"/>
                <a:cs typeface="Arial"/>
              </a:rPr>
              <a:t>2016-19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36325" y="4375310"/>
            <a:ext cx="4210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80" dirty="0">
                <a:solidFill>
                  <a:srgbClr val="231F20"/>
                </a:solidFill>
                <a:latin typeface="Arial"/>
                <a:cs typeface="Arial"/>
              </a:rPr>
              <a:t>2016-19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93761" y="3789427"/>
            <a:ext cx="11176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85" dirty="0">
                <a:solidFill>
                  <a:srgbClr val="911839"/>
                </a:solidFill>
                <a:latin typeface="Arial"/>
                <a:cs typeface="Arial"/>
              </a:rPr>
              <a:t>XXX</a:t>
            </a:r>
            <a:r>
              <a:rPr sz="1000" spc="-50" dirty="0">
                <a:solidFill>
                  <a:srgbClr val="911839"/>
                </a:solidFill>
                <a:latin typeface="Arial"/>
                <a:cs typeface="Arial"/>
              </a:rPr>
              <a:t> </a:t>
            </a:r>
            <a:r>
              <a:rPr sz="1000" spc="-175" dirty="0">
                <a:solidFill>
                  <a:srgbClr val="911839"/>
                </a:solidFill>
                <a:latin typeface="Arial"/>
                <a:cs typeface="Arial"/>
              </a:rPr>
              <a:t>BUSINESS</a:t>
            </a:r>
            <a:r>
              <a:rPr sz="1000" spc="-50" dirty="0">
                <a:solidFill>
                  <a:srgbClr val="911839"/>
                </a:solidFill>
                <a:latin typeface="Arial"/>
                <a:cs typeface="Arial"/>
              </a:rPr>
              <a:t> </a:t>
            </a:r>
            <a:r>
              <a:rPr sz="1000" spc="-200" dirty="0">
                <a:solidFill>
                  <a:srgbClr val="911839"/>
                </a:solidFill>
                <a:latin typeface="Arial"/>
                <a:cs typeface="Arial"/>
              </a:rPr>
              <a:t>SCHOOL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84780" y="4388348"/>
            <a:ext cx="11176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85" dirty="0">
                <a:solidFill>
                  <a:srgbClr val="911839"/>
                </a:solidFill>
                <a:latin typeface="Arial"/>
                <a:cs typeface="Arial"/>
              </a:rPr>
              <a:t>XXX</a:t>
            </a:r>
            <a:r>
              <a:rPr sz="1000" spc="-50" dirty="0">
                <a:solidFill>
                  <a:srgbClr val="911839"/>
                </a:solidFill>
                <a:latin typeface="Arial"/>
                <a:cs typeface="Arial"/>
              </a:rPr>
              <a:t> </a:t>
            </a:r>
            <a:r>
              <a:rPr sz="1000" spc="-175" dirty="0">
                <a:solidFill>
                  <a:srgbClr val="911839"/>
                </a:solidFill>
                <a:latin typeface="Arial"/>
                <a:cs typeface="Arial"/>
              </a:rPr>
              <a:t>BUSINESS</a:t>
            </a:r>
            <a:r>
              <a:rPr sz="1000" spc="-50" dirty="0">
                <a:solidFill>
                  <a:srgbClr val="911839"/>
                </a:solidFill>
                <a:latin typeface="Arial"/>
                <a:cs typeface="Arial"/>
              </a:rPr>
              <a:t> </a:t>
            </a:r>
            <a:r>
              <a:rPr sz="1000" spc="-200" dirty="0">
                <a:solidFill>
                  <a:srgbClr val="911839"/>
                </a:solidFill>
                <a:latin typeface="Arial"/>
                <a:cs typeface="Arial"/>
              </a:rPr>
              <a:t>SCHOOL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03120" y="5006383"/>
            <a:ext cx="1318260" cy="34671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49530">
              <a:lnSpc>
                <a:spcPct val="100000"/>
              </a:lnSpc>
              <a:spcBef>
                <a:spcPts val="165"/>
              </a:spcBef>
            </a:pPr>
            <a:r>
              <a:rPr sz="1000" spc="-85" dirty="0">
                <a:solidFill>
                  <a:srgbClr val="231F20"/>
                </a:solidFill>
                <a:latin typeface="Arial"/>
                <a:cs typeface="Arial"/>
              </a:rPr>
              <a:t>2014-16   </a:t>
            </a:r>
            <a:r>
              <a:rPr sz="1000" spc="-1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spc="-200" dirty="0">
                <a:solidFill>
                  <a:srgbClr val="911839"/>
                </a:solidFill>
                <a:latin typeface="Arial"/>
                <a:cs typeface="Arial"/>
              </a:rPr>
              <a:t>CLASSES</a:t>
            </a:r>
            <a:r>
              <a:rPr sz="1000" spc="-50" dirty="0">
                <a:solidFill>
                  <a:srgbClr val="911839"/>
                </a:solidFill>
                <a:latin typeface="Arial"/>
                <a:cs typeface="Arial"/>
              </a:rPr>
              <a:t> </a:t>
            </a:r>
            <a:r>
              <a:rPr sz="1000" spc="-215" dirty="0">
                <a:solidFill>
                  <a:srgbClr val="911839"/>
                </a:solidFill>
                <a:latin typeface="Arial"/>
                <a:cs typeface="Arial"/>
              </a:rPr>
              <a:t>PRÉ</a:t>
            </a:r>
            <a:r>
              <a:rPr sz="1000" spc="-245" dirty="0">
                <a:solidFill>
                  <a:srgbClr val="911839"/>
                </a:solidFill>
                <a:latin typeface="Arial"/>
                <a:cs typeface="Arial"/>
              </a:rPr>
              <a:t>P</a:t>
            </a:r>
            <a:r>
              <a:rPr sz="1000" spc="-175" dirty="0">
                <a:solidFill>
                  <a:srgbClr val="911839"/>
                </a:solidFill>
                <a:latin typeface="Arial"/>
                <a:cs typeface="Arial"/>
              </a:rPr>
              <a:t>A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Dijon,</a:t>
            </a:r>
            <a:r>
              <a:rPr sz="1000" spc="-2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ECS</a:t>
            </a:r>
            <a:endParaRPr sz="1000">
              <a:latin typeface="Raleway-ExtraLight"/>
              <a:cs typeface="Raleway-ExtraLigh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47189" y="1891904"/>
            <a:ext cx="1691005" cy="52260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45"/>
              </a:spcBef>
            </a:pPr>
            <a:r>
              <a:rPr sz="1800" spc="-195" dirty="0">
                <a:solidFill>
                  <a:srgbClr val="231F20"/>
                </a:solidFill>
                <a:latin typeface="Arial"/>
                <a:cs typeface="Arial"/>
              </a:rPr>
              <a:t>CHARLE</a:t>
            </a:r>
            <a:r>
              <a:rPr sz="1800" spc="-22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1800" spc="-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170" dirty="0">
                <a:solidFill>
                  <a:srgbClr val="231F20"/>
                </a:solidFill>
                <a:latin typeface="Arial"/>
                <a:cs typeface="Arial"/>
              </a:rPr>
              <a:t>MOREL</a:t>
            </a:r>
            <a:endParaRPr sz="1800">
              <a:latin typeface="Arial"/>
              <a:cs typeface="Arial"/>
            </a:endParaRPr>
          </a:p>
          <a:p>
            <a:pPr marL="17780" algn="ctr">
              <a:lnSpc>
                <a:spcPct val="100000"/>
              </a:lnSpc>
              <a:spcBef>
                <a:spcPts val="245"/>
              </a:spcBef>
            </a:pPr>
            <a:r>
              <a:rPr sz="800" dirty="0">
                <a:solidFill>
                  <a:srgbClr val="231F20"/>
                </a:solidFill>
                <a:latin typeface="Raleway-ExtraLight"/>
                <a:cs typeface="Raleway-ExtraLight"/>
              </a:rPr>
              <a:t>CHEF</a:t>
            </a:r>
            <a:r>
              <a:rPr sz="800" spc="-3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800" dirty="0">
                <a:solidFill>
                  <a:srgbClr val="231F20"/>
                </a:solidFill>
                <a:latin typeface="Raleway-ExtraLight"/>
                <a:cs typeface="Raleway-ExtraLight"/>
              </a:rPr>
              <a:t>DE</a:t>
            </a:r>
            <a:r>
              <a:rPr sz="800" spc="-1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8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PROJET</a:t>
            </a:r>
            <a:r>
              <a:rPr sz="800" spc="-4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800" dirty="0">
                <a:solidFill>
                  <a:srgbClr val="231F20"/>
                </a:solidFill>
                <a:latin typeface="Raleway-ExtraLight"/>
                <a:cs typeface="Raleway-ExtraLight"/>
              </a:rPr>
              <a:t>MARKETING</a:t>
            </a:r>
            <a:endParaRPr sz="800">
              <a:latin typeface="Raleway-ExtraLight"/>
              <a:cs typeface="Raleway-ExtraLigh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029961" y="3803016"/>
            <a:ext cx="0" cy="128270"/>
          </a:xfrm>
          <a:custGeom>
            <a:avLst/>
            <a:gdLst/>
            <a:ahLst/>
            <a:cxnLst/>
            <a:rect l="l" t="t" r="r" b="b"/>
            <a:pathLst>
              <a:path h="128270">
                <a:moveTo>
                  <a:pt x="0" y="0"/>
                </a:moveTo>
                <a:lnTo>
                  <a:pt x="0" y="128016"/>
                </a:lnTo>
              </a:path>
            </a:pathLst>
          </a:custGeom>
          <a:ln w="127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027272" y="4401937"/>
            <a:ext cx="0" cy="128270"/>
          </a:xfrm>
          <a:custGeom>
            <a:avLst/>
            <a:gdLst/>
            <a:ahLst/>
            <a:cxnLst/>
            <a:rect l="l" t="t" r="r" b="b"/>
            <a:pathLst>
              <a:path h="128270">
                <a:moveTo>
                  <a:pt x="0" y="0"/>
                </a:moveTo>
                <a:lnTo>
                  <a:pt x="0" y="128016"/>
                </a:lnTo>
              </a:path>
            </a:pathLst>
          </a:custGeom>
          <a:ln w="127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016962" y="5026783"/>
            <a:ext cx="0" cy="128270"/>
          </a:xfrm>
          <a:custGeom>
            <a:avLst/>
            <a:gdLst/>
            <a:ahLst/>
            <a:cxnLst/>
            <a:rect l="l" t="t" r="r" b="b"/>
            <a:pathLst>
              <a:path h="128270">
                <a:moveTo>
                  <a:pt x="0" y="0"/>
                </a:moveTo>
                <a:lnTo>
                  <a:pt x="0" y="128016"/>
                </a:lnTo>
              </a:path>
            </a:pathLst>
          </a:custGeom>
          <a:ln w="127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4331208" y="3764092"/>
            <a:ext cx="47625" cy="1625600"/>
            <a:chOff x="4331208" y="3764092"/>
            <a:chExt cx="47625" cy="1625600"/>
          </a:xfrm>
        </p:grpSpPr>
        <p:sp>
          <p:nvSpPr>
            <p:cNvPr id="15" name="object 15"/>
            <p:cNvSpPr/>
            <p:nvPr/>
          </p:nvSpPr>
          <p:spPr>
            <a:xfrm>
              <a:off x="4354830" y="3764092"/>
              <a:ext cx="0" cy="1625600"/>
            </a:xfrm>
            <a:custGeom>
              <a:avLst/>
              <a:gdLst/>
              <a:ahLst/>
              <a:cxnLst/>
              <a:rect l="l" t="t" r="r" b="b"/>
              <a:pathLst>
                <a:path h="1625600">
                  <a:moveTo>
                    <a:pt x="0" y="0"/>
                  </a:moveTo>
                  <a:lnTo>
                    <a:pt x="0" y="1625092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331208" y="3833507"/>
              <a:ext cx="47625" cy="1278890"/>
            </a:xfrm>
            <a:custGeom>
              <a:avLst/>
              <a:gdLst/>
              <a:ahLst/>
              <a:cxnLst/>
              <a:rect l="l" t="t" r="r" b="b"/>
              <a:pathLst>
                <a:path w="47625" h="1278889">
                  <a:moveTo>
                    <a:pt x="45720" y="23202"/>
                  </a:moveTo>
                  <a:lnTo>
                    <a:pt x="43916" y="14173"/>
                  </a:lnTo>
                  <a:lnTo>
                    <a:pt x="39014" y="6794"/>
                  </a:lnTo>
                  <a:lnTo>
                    <a:pt x="31750" y="1816"/>
                  </a:lnTo>
                  <a:lnTo>
                    <a:pt x="22860" y="0"/>
                  </a:lnTo>
                  <a:lnTo>
                    <a:pt x="13957" y="1816"/>
                  </a:lnTo>
                  <a:lnTo>
                    <a:pt x="6692" y="6794"/>
                  </a:lnTo>
                  <a:lnTo>
                    <a:pt x="1790" y="14173"/>
                  </a:lnTo>
                  <a:lnTo>
                    <a:pt x="0" y="23202"/>
                  </a:lnTo>
                  <a:lnTo>
                    <a:pt x="1790" y="32232"/>
                  </a:lnTo>
                  <a:lnTo>
                    <a:pt x="6692" y="39611"/>
                  </a:lnTo>
                  <a:lnTo>
                    <a:pt x="13957" y="44589"/>
                  </a:lnTo>
                  <a:lnTo>
                    <a:pt x="22860" y="46418"/>
                  </a:lnTo>
                  <a:lnTo>
                    <a:pt x="31750" y="44589"/>
                  </a:lnTo>
                  <a:lnTo>
                    <a:pt x="39014" y="39611"/>
                  </a:lnTo>
                  <a:lnTo>
                    <a:pt x="43916" y="32232"/>
                  </a:lnTo>
                  <a:lnTo>
                    <a:pt x="45720" y="23202"/>
                  </a:lnTo>
                  <a:close/>
                </a:path>
                <a:path w="47625" h="1278889">
                  <a:moveTo>
                    <a:pt x="46482" y="1255420"/>
                  </a:moveTo>
                  <a:lnTo>
                    <a:pt x="44678" y="1246378"/>
                  </a:lnTo>
                  <a:lnTo>
                    <a:pt x="39776" y="1239012"/>
                  </a:lnTo>
                  <a:lnTo>
                    <a:pt x="32512" y="1234033"/>
                  </a:lnTo>
                  <a:lnTo>
                    <a:pt x="23622" y="1232217"/>
                  </a:lnTo>
                  <a:lnTo>
                    <a:pt x="14719" y="1234033"/>
                  </a:lnTo>
                  <a:lnTo>
                    <a:pt x="7454" y="1239012"/>
                  </a:lnTo>
                  <a:lnTo>
                    <a:pt x="2552" y="1246378"/>
                  </a:lnTo>
                  <a:lnTo>
                    <a:pt x="762" y="1255420"/>
                  </a:lnTo>
                  <a:lnTo>
                    <a:pt x="2552" y="1264450"/>
                  </a:lnTo>
                  <a:lnTo>
                    <a:pt x="7454" y="1271828"/>
                  </a:lnTo>
                  <a:lnTo>
                    <a:pt x="14719" y="1276807"/>
                  </a:lnTo>
                  <a:lnTo>
                    <a:pt x="23622" y="1278636"/>
                  </a:lnTo>
                  <a:lnTo>
                    <a:pt x="32512" y="1276807"/>
                  </a:lnTo>
                  <a:lnTo>
                    <a:pt x="39776" y="1271828"/>
                  </a:lnTo>
                  <a:lnTo>
                    <a:pt x="44678" y="1264450"/>
                  </a:lnTo>
                  <a:lnTo>
                    <a:pt x="46482" y="1255420"/>
                  </a:lnTo>
                  <a:close/>
                </a:path>
                <a:path w="47625" h="1278889">
                  <a:moveTo>
                    <a:pt x="47117" y="623722"/>
                  </a:moveTo>
                  <a:lnTo>
                    <a:pt x="45313" y="614692"/>
                  </a:lnTo>
                  <a:lnTo>
                    <a:pt x="40411" y="607314"/>
                  </a:lnTo>
                  <a:lnTo>
                    <a:pt x="33147" y="602335"/>
                  </a:lnTo>
                  <a:lnTo>
                    <a:pt x="24257" y="600519"/>
                  </a:lnTo>
                  <a:lnTo>
                    <a:pt x="15354" y="602335"/>
                  </a:lnTo>
                  <a:lnTo>
                    <a:pt x="8089" y="607314"/>
                  </a:lnTo>
                  <a:lnTo>
                    <a:pt x="3187" y="614692"/>
                  </a:lnTo>
                  <a:lnTo>
                    <a:pt x="1397" y="623722"/>
                  </a:lnTo>
                  <a:lnTo>
                    <a:pt x="3187" y="632764"/>
                  </a:lnTo>
                  <a:lnTo>
                    <a:pt x="8089" y="640143"/>
                  </a:lnTo>
                  <a:lnTo>
                    <a:pt x="15354" y="645109"/>
                  </a:lnTo>
                  <a:lnTo>
                    <a:pt x="24257" y="646938"/>
                  </a:lnTo>
                  <a:lnTo>
                    <a:pt x="33147" y="645109"/>
                  </a:lnTo>
                  <a:lnTo>
                    <a:pt x="40411" y="640143"/>
                  </a:lnTo>
                  <a:lnTo>
                    <a:pt x="45313" y="632764"/>
                  </a:lnTo>
                  <a:lnTo>
                    <a:pt x="47117" y="623722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463550" y="463550"/>
            <a:ext cx="6646545" cy="9765030"/>
            <a:chOff x="463550" y="463550"/>
            <a:chExt cx="6646545" cy="9765030"/>
          </a:xfrm>
        </p:grpSpPr>
        <p:sp>
          <p:nvSpPr>
            <p:cNvPr id="18" name="object 18"/>
            <p:cNvSpPr/>
            <p:nvPr/>
          </p:nvSpPr>
          <p:spPr>
            <a:xfrm>
              <a:off x="463550" y="463550"/>
              <a:ext cx="3316604" cy="9765030"/>
            </a:xfrm>
            <a:custGeom>
              <a:avLst/>
              <a:gdLst/>
              <a:ahLst/>
              <a:cxnLst/>
              <a:rect l="l" t="t" r="r" b="b"/>
              <a:pathLst>
                <a:path w="3316604" h="9765030">
                  <a:moveTo>
                    <a:pt x="3316452" y="0"/>
                  </a:moveTo>
                  <a:lnTo>
                    <a:pt x="0" y="0"/>
                  </a:lnTo>
                  <a:lnTo>
                    <a:pt x="0" y="9764903"/>
                  </a:lnTo>
                  <a:lnTo>
                    <a:pt x="3316452" y="9764903"/>
                  </a:lnTo>
                  <a:lnTo>
                    <a:pt x="3316452" y="0"/>
                  </a:lnTo>
                  <a:close/>
                </a:path>
              </a:pathLst>
            </a:custGeom>
            <a:solidFill>
              <a:srgbClr val="A9DB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10725" y="1354391"/>
              <a:ext cx="1738553" cy="175132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256902" y="5789790"/>
              <a:ext cx="3853179" cy="3816350"/>
            </a:xfrm>
            <a:custGeom>
              <a:avLst/>
              <a:gdLst/>
              <a:ahLst/>
              <a:cxnLst/>
              <a:rect l="l" t="t" r="r" b="b"/>
              <a:pathLst>
                <a:path w="3853179" h="3816350">
                  <a:moveTo>
                    <a:pt x="3853014" y="0"/>
                  </a:moveTo>
                  <a:lnTo>
                    <a:pt x="0" y="0"/>
                  </a:lnTo>
                  <a:lnTo>
                    <a:pt x="0" y="3815753"/>
                  </a:lnTo>
                  <a:lnTo>
                    <a:pt x="3853014" y="3815753"/>
                  </a:lnTo>
                  <a:lnTo>
                    <a:pt x="3853014" y="0"/>
                  </a:lnTo>
                  <a:close/>
                </a:path>
              </a:pathLst>
            </a:custGeom>
            <a:solidFill>
              <a:srgbClr val="9118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392678" y="652781"/>
            <a:ext cx="1178560" cy="38100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300"/>
              </a:spcBef>
            </a:pPr>
            <a:r>
              <a:rPr sz="1000" spc="-10" dirty="0">
                <a:solidFill>
                  <a:srgbClr val="231F20"/>
                </a:solidFill>
                <a:latin typeface="Raleway-Light"/>
                <a:cs typeface="Raleway-Light"/>
              </a:rPr>
              <a:t>+336</a:t>
            </a:r>
            <a:r>
              <a:rPr sz="1000" spc="-20" dirty="0">
                <a:solidFill>
                  <a:srgbClr val="231F20"/>
                </a:solidFill>
                <a:latin typeface="Raleway-Light"/>
                <a:cs typeface="Raleway-Light"/>
              </a:rPr>
              <a:t> </a:t>
            </a:r>
            <a:r>
              <a:rPr sz="1000" spc="-35" dirty="0">
                <a:solidFill>
                  <a:srgbClr val="231F20"/>
                </a:solidFill>
                <a:latin typeface="Raleway-Light"/>
                <a:cs typeface="Raleway-Light"/>
              </a:rPr>
              <a:t>74</a:t>
            </a:r>
            <a:r>
              <a:rPr sz="1000" spc="-20" dirty="0">
                <a:solidFill>
                  <a:srgbClr val="231F20"/>
                </a:solidFill>
                <a:latin typeface="Raleway-Light"/>
                <a:cs typeface="Raleway-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Light"/>
                <a:cs typeface="Raleway-Light"/>
              </a:rPr>
              <a:t>11</a:t>
            </a:r>
            <a:r>
              <a:rPr sz="1000" spc="-20" dirty="0">
                <a:solidFill>
                  <a:srgbClr val="231F20"/>
                </a:solidFill>
                <a:latin typeface="Raleway-Light"/>
                <a:cs typeface="Raleway-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Light"/>
                <a:cs typeface="Raleway-Light"/>
              </a:rPr>
              <a:t>36</a:t>
            </a:r>
            <a:r>
              <a:rPr sz="1000" spc="-20" dirty="0">
                <a:solidFill>
                  <a:srgbClr val="231F20"/>
                </a:solidFill>
                <a:latin typeface="Raleway-Light"/>
                <a:cs typeface="Raleway-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Light"/>
                <a:cs typeface="Raleway-Light"/>
              </a:rPr>
              <a:t>35</a:t>
            </a:r>
            <a:endParaRPr sz="1000">
              <a:latin typeface="Raleway-Light"/>
              <a:cs typeface="Raleway-Light"/>
            </a:endParaRPr>
          </a:p>
          <a:p>
            <a:pPr marR="5080" algn="r">
              <a:lnSpc>
                <a:spcPct val="100000"/>
              </a:lnSpc>
              <a:spcBef>
                <a:spcPts val="200"/>
              </a:spcBef>
            </a:pPr>
            <a:r>
              <a:rPr sz="1000" spc="-5" dirty="0">
                <a:solidFill>
                  <a:srgbClr val="231F20"/>
                </a:solidFill>
                <a:latin typeface="Raleway-Light"/>
                <a:cs typeface="Raleway-Light"/>
                <a:hlinkClick r:id="rId3"/>
              </a:rPr>
              <a:t>C.Morel@gmail.com</a:t>
            </a:r>
            <a:endParaRPr sz="1000">
              <a:latin typeface="Raleway-Light"/>
              <a:cs typeface="Raleway-Ligh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980178" y="652781"/>
            <a:ext cx="1473835" cy="381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1000" dirty="0">
                <a:solidFill>
                  <a:srgbClr val="231F20"/>
                </a:solidFill>
                <a:latin typeface="Raleway-Light"/>
                <a:cs typeface="Raleway-Light"/>
              </a:rPr>
              <a:t>Bagna</a:t>
            </a:r>
            <a:r>
              <a:rPr sz="1000" spc="-10" dirty="0">
                <a:solidFill>
                  <a:srgbClr val="231F20"/>
                </a:solidFill>
                <a:latin typeface="Raleway-Light"/>
                <a:cs typeface="Raleway-Light"/>
              </a:rPr>
              <a:t>c</a:t>
            </a:r>
            <a:r>
              <a:rPr sz="1000" dirty="0">
                <a:solidFill>
                  <a:srgbClr val="231F20"/>
                </a:solidFill>
                <a:latin typeface="Raleway-Light"/>
                <a:cs typeface="Raleway-Light"/>
              </a:rPr>
              <a:t>-su</a:t>
            </a:r>
            <a:r>
              <a:rPr sz="1000" spc="-45" dirty="0">
                <a:solidFill>
                  <a:srgbClr val="231F20"/>
                </a:solidFill>
                <a:latin typeface="Raleway-Light"/>
                <a:cs typeface="Raleway-Light"/>
              </a:rPr>
              <a:t>r</a:t>
            </a:r>
            <a:r>
              <a:rPr sz="1000" dirty="0">
                <a:solidFill>
                  <a:srgbClr val="231F20"/>
                </a:solidFill>
                <a:latin typeface="Raleway-Light"/>
                <a:cs typeface="Raleway-Light"/>
              </a:rPr>
              <a:t>-Célé, </a:t>
            </a:r>
            <a:r>
              <a:rPr sz="1000" spc="-40" dirty="0">
                <a:solidFill>
                  <a:srgbClr val="231F20"/>
                </a:solidFill>
                <a:latin typeface="Raleway-Light"/>
                <a:cs typeface="Raleway-Light"/>
              </a:rPr>
              <a:t>F</a:t>
            </a:r>
            <a:r>
              <a:rPr sz="1000" spc="-10" dirty="0">
                <a:solidFill>
                  <a:srgbClr val="231F20"/>
                </a:solidFill>
                <a:latin typeface="Raleway-Light"/>
                <a:cs typeface="Raleway-Light"/>
              </a:rPr>
              <a:t>r</a:t>
            </a:r>
            <a:r>
              <a:rPr sz="1000" dirty="0">
                <a:solidFill>
                  <a:srgbClr val="231F20"/>
                </a:solidFill>
                <a:latin typeface="Raleway-Light"/>
                <a:cs typeface="Raleway-Light"/>
              </a:rPr>
              <a:t>an</a:t>
            </a:r>
            <a:r>
              <a:rPr sz="1000" spc="-10" dirty="0">
                <a:solidFill>
                  <a:srgbClr val="231F20"/>
                </a:solidFill>
                <a:latin typeface="Raleway-Light"/>
                <a:cs typeface="Raleway-Light"/>
              </a:rPr>
              <a:t>c</a:t>
            </a:r>
            <a:r>
              <a:rPr sz="1000" dirty="0">
                <a:solidFill>
                  <a:srgbClr val="231F20"/>
                </a:solidFill>
                <a:latin typeface="Raleway-Light"/>
                <a:cs typeface="Raleway-Light"/>
              </a:rPr>
              <a:t>e  </a:t>
            </a:r>
            <a:r>
              <a:rPr sz="1000" spc="-5" dirty="0">
                <a:solidFill>
                  <a:srgbClr val="231F20"/>
                </a:solidFill>
                <a:latin typeface="Raleway-Light"/>
                <a:cs typeface="Raleway-Light"/>
              </a:rPr>
              <a:t>Nationalité </a:t>
            </a:r>
            <a:r>
              <a:rPr sz="1000" spc="-10" dirty="0">
                <a:solidFill>
                  <a:srgbClr val="231F20"/>
                </a:solidFill>
                <a:latin typeface="Raleway-Light"/>
                <a:cs typeface="Raleway-Light"/>
              </a:rPr>
              <a:t>Française</a:t>
            </a:r>
            <a:endParaRPr sz="1000">
              <a:latin typeface="Raleway-Light"/>
              <a:cs typeface="Raleway-Ligh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48096" y="7600320"/>
            <a:ext cx="5473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4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200" spc="-150" dirty="0">
                <a:solidFill>
                  <a:srgbClr val="231F20"/>
                </a:solidFill>
                <a:latin typeface="Arial"/>
                <a:cs typeface="Arial"/>
              </a:rPr>
              <a:t>T</a:t>
            </a:r>
            <a:r>
              <a:rPr sz="1200" spc="-100" dirty="0">
                <a:solidFill>
                  <a:srgbClr val="231F20"/>
                </a:solidFill>
                <a:latin typeface="Arial"/>
                <a:cs typeface="Arial"/>
              </a:rPr>
              <a:t>OU</a:t>
            </a:r>
            <a:r>
              <a:rPr sz="1200" spc="-85" dirty="0">
                <a:solidFill>
                  <a:srgbClr val="231F20"/>
                </a:solidFill>
                <a:latin typeface="Arial"/>
                <a:cs typeface="Arial"/>
              </a:rPr>
              <a:t>T</a:t>
            </a:r>
            <a:r>
              <a:rPr sz="1200" spc="-210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89697" y="8248318"/>
            <a:ext cx="32194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60" dirty="0">
                <a:solidFill>
                  <a:srgbClr val="231F20"/>
                </a:solidFill>
                <a:latin typeface="Arial"/>
                <a:cs typeface="Arial"/>
              </a:rPr>
              <a:t>100%</a:t>
            </a:r>
            <a:endParaRPr sz="1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09063" y="8248318"/>
            <a:ext cx="2565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65" dirty="0">
                <a:solidFill>
                  <a:srgbClr val="231F20"/>
                </a:solidFill>
                <a:latin typeface="Arial"/>
                <a:cs typeface="Arial"/>
              </a:rPr>
              <a:t>75%</a:t>
            </a:r>
            <a:endParaRPr sz="1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71735" y="8638583"/>
            <a:ext cx="3790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70" dirty="0">
                <a:solidFill>
                  <a:srgbClr val="231F20"/>
                </a:solidFill>
                <a:latin typeface="Raleway-ExtraLight"/>
                <a:cs typeface="Raleway-ExtraLight"/>
              </a:rPr>
              <a:t>V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oll</a:t>
            </a:r>
            <a:r>
              <a:rPr sz="1000" spc="-20" dirty="0">
                <a:solidFill>
                  <a:srgbClr val="231F20"/>
                </a:solidFill>
                <a:latin typeface="Raleway-ExtraLight"/>
                <a:cs typeface="Raleway-ExtraLight"/>
              </a:rPr>
              <a:t>e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y</a:t>
            </a:r>
            <a:endParaRPr sz="1000">
              <a:latin typeface="Raleway-ExtraLight"/>
              <a:cs typeface="Raleway-ExtraLigh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871852" y="8663983"/>
            <a:ext cx="8242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Course</a:t>
            </a:r>
            <a:r>
              <a:rPr sz="1000" spc="-4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à</a:t>
            </a:r>
            <a:r>
              <a:rPr sz="1000" spc="-4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pied</a:t>
            </a:r>
            <a:endParaRPr sz="1000">
              <a:latin typeface="Raleway-ExtraLight"/>
              <a:cs typeface="Raleway-ExtraLigh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498266" y="9327119"/>
            <a:ext cx="723900" cy="588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5435">
              <a:lnSpc>
                <a:spcPct val="100000"/>
              </a:lnSpc>
              <a:spcBef>
                <a:spcPts val="100"/>
              </a:spcBef>
            </a:pPr>
            <a:r>
              <a:rPr sz="1000" spc="-65" dirty="0">
                <a:solidFill>
                  <a:srgbClr val="231F20"/>
                </a:solidFill>
                <a:latin typeface="Arial"/>
                <a:cs typeface="Arial"/>
              </a:rPr>
              <a:t>75%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Musculation</a:t>
            </a:r>
            <a:endParaRPr sz="1000">
              <a:latin typeface="Raleway-ExtraLight"/>
              <a:cs typeface="Raleway-ExtraLigh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041706" y="6412989"/>
            <a:ext cx="2758440" cy="3300095"/>
            <a:chOff x="1041706" y="6412989"/>
            <a:chExt cx="2758440" cy="3300095"/>
          </a:xfrm>
        </p:grpSpPr>
        <p:sp>
          <p:nvSpPr>
            <p:cNvPr id="30" name="object 30"/>
            <p:cNvSpPr/>
            <p:nvPr/>
          </p:nvSpPr>
          <p:spPr>
            <a:xfrm>
              <a:off x="1041706" y="8013909"/>
              <a:ext cx="611505" cy="611505"/>
            </a:xfrm>
            <a:custGeom>
              <a:avLst/>
              <a:gdLst/>
              <a:ahLst/>
              <a:cxnLst/>
              <a:rect l="l" t="t" r="r" b="b"/>
              <a:pathLst>
                <a:path w="611505" h="611504">
                  <a:moveTo>
                    <a:pt x="305498" y="0"/>
                  </a:moveTo>
                  <a:lnTo>
                    <a:pt x="255945" y="3998"/>
                  </a:lnTo>
                  <a:lnTo>
                    <a:pt x="208938" y="15574"/>
                  </a:lnTo>
                  <a:lnTo>
                    <a:pt x="165105" y="34099"/>
                  </a:lnTo>
                  <a:lnTo>
                    <a:pt x="125076" y="58944"/>
                  </a:lnTo>
                  <a:lnTo>
                    <a:pt x="89479" y="89479"/>
                  </a:lnTo>
                  <a:lnTo>
                    <a:pt x="58944" y="125076"/>
                  </a:lnTo>
                  <a:lnTo>
                    <a:pt x="34099" y="165105"/>
                  </a:lnTo>
                  <a:lnTo>
                    <a:pt x="15574" y="208938"/>
                  </a:lnTo>
                  <a:lnTo>
                    <a:pt x="3998" y="255945"/>
                  </a:lnTo>
                  <a:lnTo>
                    <a:pt x="0" y="305498"/>
                  </a:lnTo>
                  <a:lnTo>
                    <a:pt x="3998" y="355050"/>
                  </a:lnTo>
                  <a:lnTo>
                    <a:pt x="15574" y="402057"/>
                  </a:lnTo>
                  <a:lnTo>
                    <a:pt x="34099" y="445888"/>
                  </a:lnTo>
                  <a:lnTo>
                    <a:pt x="58944" y="485916"/>
                  </a:lnTo>
                  <a:lnTo>
                    <a:pt x="89479" y="521511"/>
                  </a:lnTo>
                  <a:lnTo>
                    <a:pt x="125076" y="552044"/>
                  </a:lnTo>
                  <a:lnTo>
                    <a:pt x="165105" y="576887"/>
                  </a:lnTo>
                  <a:lnTo>
                    <a:pt x="208938" y="595410"/>
                  </a:lnTo>
                  <a:lnTo>
                    <a:pt x="255945" y="606986"/>
                  </a:lnTo>
                  <a:lnTo>
                    <a:pt x="305498" y="610984"/>
                  </a:lnTo>
                  <a:lnTo>
                    <a:pt x="355051" y="606986"/>
                  </a:lnTo>
                  <a:lnTo>
                    <a:pt x="402058" y="595410"/>
                  </a:lnTo>
                  <a:lnTo>
                    <a:pt x="445891" y="576887"/>
                  </a:lnTo>
                  <a:lnTo>
                    <a:pt x="476263" y="558038"/>
                  </a:lnTo>
                  <a:lnTo>
                    <a:pt x="305498" y="558038"/>
                  </a:lnTo>
                  <a:lnTo>
                    <a:pt x="260101" y="553969"/>
                  </a:lnTo>
                  <a:lnTo>
                    <a:pt x="217373" y="542239"/>
                  </a:lnTo>
                  <a:lnTo>
                    <a:pt x="178029" y="523561"/>
                  </a:lnTo>
                  <a:lnTo>
                    <a:pt x="142780" y="498647"/>
                  </a:lnTo>
                  <a:lnTo>
                    <a:pt x="112342" y="468210"/>
                  </a:lnTo>
                  <a:lnTo>
                    <a:pt x="87426" y="432964"/>
                  </a:lnTo>
                  <a:lnTo>
                    <a:pt x="68746" y="393621"/>
                  </a:lnTo>
                  <a:lnTo>
                    <a:pt x="57015" y="350895"/>
                  </a:lnTo>
                  <a:lnTo>
                    <a:pt x="52946" y="305498"/>
                  </a:lnTo>
                  <a:lnTo>
                    <a:pt x="57015" y="260101"/>
                  </a:lnTo>
                  <a:lnTo>
                    <a:pt x="68746" y="217373"/>
                  </a:lnTo>
                  <a:lnTo>
                    <a:pt x="87426" y="178029"/>
                  </a:lnTo>
                  <a:lnTo>
                    <a:pt x="112342" y="142780"/>
                  </a:lnTo>
                  <a:lnTo>
                    <a:pt x="142780" y="112342"/>
                  </a:lnTo>
                  <a:lnTo>
                    <a:pt x="178029" y="87426"/>
                  </a:lnTo>
                  <a:lnTo>
                    <a:pt x="217373" y="68746"/>
                  </a:lnTo>
                  <a:lnTo>
                    <a:pt x="260101" y="57015"/>
                  </a:lnTo>
                  <a:lnTo>
                    <a:pt x="305498" y="52946"/>
                  </a:lnTo>
                  <a:lnTo>
                    <a:pt x="476256" y="52946"/>
                  </a:lnTo>
                  <a:lnTo>
                    <a:pt x="445891" y="34099"/>
                  </a:lnTo>
                  <a:lnTo>
                    <a:pt x="402058" y="15574"/>
                  </a:lnTo>
                  <a:lnTo>
                    <a:pt x="355051" y="3998"/>
                  </a:lnTo>
                  <a:lnTo>
                    <a:pt x="305498" y="0"/>
                  </a:lnTo>
                  <a:close/>
                </a:path>
                <a:path w="611505" h="611504">
                  <a:moveTo>
                    <a:pt x="476256" y="52946"/>
                  </a:moveTo>
                  <a:lnTo>
                    <a:pt x="305498" y="52946"/>
                  </a:lnTo>
                  <a:lnTo>
                    <a:pt x="350895" y="57015"/>
                  </a:lnTo>
                  <a:lnTo>
                    <a:pt x="393623" y="68746"/>
                  </a:lnTo>
                  <a:lnTo>
                    <a:pt x="432967" y="87426"/>
                  </a:lnTo>
                  <a:lnTo>
                    <a:pt x="468216" y="112342"/>
                  </a:lnTo>
                  <a:lnTo>
                    <a:pt x="498654" y="142780"/>
                  </a:lnTo>
                  <a:lnTo>
                    <a:pt x="523570" y="178029"/>
                  </a:lnTo>
                  <a:lnTo>
                    <a:pt x="542250" y="217373"/>
                  </a:lnTo>
                  <a:lnTo>
                    <a:pt x="553981" y="260101"/>
                  </a:lnTo>
                  <a:lnTo>
                    <a:pt x="558050" y="305498"/>
                  </a:lnTo>
                  <a:lnTo>
                    <a:pt x="553981" y="350895"/>
                  </a:lnTo>
                  <a:lnTo>
                    <a:pt x="542250" y="393621"/>
                  </a:lnTo>
                  <a:lnTo>
                    <a:pt x="523570" y="432964"/>
                  </a:lnTo>
                  <a:lnTo>
                    <a:pt x="498654" y="468210"/>
                  </a:lnTo>
                  <a:lnTo>
                    <a:pt x="468216" y="498647"/>
                  </a:lnTo>
                  <a:lnTo>
                    <a:pt x="432967" y="523561"/>
                  </a:lnTo>
                  <a:lnTo>
                    <a:pt x="393623" y="542239"/>
                  </a:lnTo>
                  <a:lnTo>
                    <a:pt x="350895" y="553969"/>
                  </a:lnTo>
                  <a:lnTo>
                    <a:pt x="305498" y="558038"/>
                  </a:lnTo>
                  <a:lnTo>
                    <a:pt x="476263" y="558038"/>
                  </a:lnTo>
                  <a:lnTo>
                    <a:pt x="521517" y="521511"/>
                  </a:lnTo>
                  <a:lnTo>
                    <a:pt x="552052" y="485916"/>
                  </a:lnTo>
                  <a:lnTo>
                    <a:pt x="576897" y="445888"/>
                  </a:lnTo>
                  <a:lnTo>
                    <a:pt x="595422" y="402057"/>
                  </a:lnTo>
                  <a:lnTo>
                    <a:pt x="606998" y="355050"/>
                  </a:lnTo>
                  <a:lnTo>
                    <a:pt x="610996" y="305498"/>
                  </a:lnTo>
                  <a:lnTo>
                    <a:pt x="606998" y="255945"/>
                  </a:lnTo>
                  <a:lnTo>
                    <a:pt x="595422" y="208938"/>
                  </a:lnTo>
                  <a:lnTo>
                    <a:pt x="576897" y="165105"/>
                  </a:lnTo>
                  <a:lnTo>
                    <a:pt x="552052" y="125076"/>
                  </a:lnTo>
                  <a:lnTo>
                    <a:pt x="521517" y="89479"/>
                  </a:lnTo>
                  <a:lnTo>
                    <a:pt x="485920" y="58944"/>
                  </a:lnTo>
                  <a:lnTo>
                    <a:pt x="476256" y="52946"/>
                  </a:lnTo>
                  <a:close/>
                </a:path>
              </a:pathLst>
            </a:custGeom>
            <a:solidFill>
              <a:srgbClr val="9118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598002" y="8014169"/>
              <a:ext cx="1019175" cy="1602105"/>
            </a:xfrm>
            <a:custGeom>
              <a:avLst/>
              <a:gdLst/>
              <a:ahLst/>
              <a:cxnLst/>
              <a:rect l="l" t="t" r="r" b="b"/>
              <a:pathLst>
                <a:path w="1019175" h="1602104">
                  <a:moveTo>
                    <a:pt x="610628" y="1380782"/>
                  </a:moveTo>
                  <a:lnTo>
                    <a:pt x="605650" y="1336598"/>
                  </a:lnTo>
                  <a:lnTo>
                    <a:pt x="594245" y="1293380"/>
                  </a:lnTo>
                  <a:lnTo>
                    <a:pt x="576402" y="1251877"/>
                  </a:lnTo>
                  <a:lnTo>
                    <a:pt x="552132" y="1212850"/>
                  </a:lnTo>
                  <a:lnTo>
                    <a:pt x="521436" y="1177061"/>
                  </a:lnTo>
                  <a:lnTo>
                    <a:pt x="483565" y="1144854"/>
                  </a:lnTo>
                  <a:lnTo>
                    <a:pt x="442137" y="1119797"/>
                  </a:lnTo>
                  <a:lnTo>
                    <a:pt x="398043" y="1101902"/>
                  </a:lnTo>
                  <a:lnTo>
                    <a:pt x="352171" y="1091158"/>
                  </a:lnTo>
                  <a:lnTo>
                    <a:pt x="305409" y="1087577"/>
                  </a:lnTo>
                  <a:lnTo>
                    <a:pt x="258648" y="1091158"/>
                  </a:lnTo>
                  <a:lnTo>
                    <a:pt x="212775" y="1101902"/>
                  </a:lnTo>
                  <a:lnTo>
                    <a:pt x="168681" y="1119797"/>
                  </a:lnTo>
                  <a:lnTo>
                    <a:pt x="127266" y="1144854"/>
                  </a:lnTo>
                  <a:lnTo>
                    <a:pt x="89408" y="1177061"/>
                  </a:lnTo>
                  <a:lnTo>
                    <a:pt x="57785" y="1214107"/>
                  </a:lnTo>
                  <a:lnTo>
                    <a:pt x="33032" y="1254582"/>
                  </a:lnTo>
                  <a:lnTo>
                    <a:pt x="15151" y="1297635"/>
                  </a:lnTo>
                  <a:lnTo>
                    <a:pt x="4140" y="1342466"/>
                  </a:lnTo>
                  <a:lnTo>
                    <a:pt x="0" y="1388211"/>
                  </a:lnTo>
                  <a:lnTo>
                    <a:pt x="2717" y="1434045"/>
                  </a:lnTo>
                  <a:lnTo>
                    <a:pt x="12306" y="1479130"/>
                  </a:lnTo>
                  <a:lnTo>
                    <a:pt x="28752" y="1522641"/>
                  </a:lnTo>
                  <a:lnTo>
                    <a:pt x="52057" y="1563725"/>
                  </a:lnTo>
                  <a:lnTo>
                    <a:pt x="82232" y="1601571"/>
                  </a:lnTo>
                  <a:lnTo>
                    <a:pt x="119862" y="1563941"/>
                  </a:lnTo>
                  <a:lnTo>
                    <a:pt x="90004" y="1524419"/>
                  </a:lnTo>
                  <a:lnTo>
                    <a:pt x="68910" y="1481061"/>
                  </a:lnTo>
                  <a:lnTo>
                    <a:pt x="56591" y="1435188"/>
                  </a:lnTo>
                  <a:lnTo>
                    <a:pt x="53060" y="1388122"/>
                  </a:lnTo>
                  <a:lnTo>
                    <a:pt x="58305" y="1341196"/>
                  </a:lnTo>
                  <a:lnTo>
                    <a:pt x="72351" y="1295742"/>
                  </a:lnTo>
                  <a:lnTo>
                    <a:pt x="95199" y="1253070"/>
                  </a:lnTo>
                  <a:lnTo>
                    <a:pt x="126847" y="1214513"/>
                  </a:lnTo>
                  <a:lnTo>
                    <a:pt x="161823" y="1185291"/>
                  </a:lnTo>
                  <a:lnTo>
                    <a:pt x="200329" y="1163370"/>
                  </a:lnTo>
                  <a:lnTo>
                    <a:pt x="241363" y="1148765"/>
                  </a:lnTo>
                  <a:lnTo>
                    <a:pt x="283908" y="1141450"/>
                  </a:lnTo>
                  <a:lnTo>
                    <a:pt x="326948" y="1141450"/>
                  </a:lnTo>
                  <a:lnTo>
                    <a:pt x="369493" y="1148753"/>
                  </a:lnTo>
                  <a:lnTo>
                    <a:pt x="410514" y="1163370"/>
                  </a:lnTo>
                  <a:lnTo>
                    <a:pt x="449021" y="1185278"/>
                  </a:lnTo>
                  <a:lnTo>
                    <a:pt x="483997" y="1214501"/>
                  </a:lnTo>
                  <a:lnTo>
                    <a:pt x="514578" y="1251470"/>
                  </a:lnTo>
                  <a:lnTo>
                    <a:pt x="537057" y="1292288"/>
                  </a:lnTo>
                  <a:lnTo>
                    <a:pt x="551421" y="1335798"/>
                  </a:lnTo>
                  <a:lnTo>
                    <a:pt x="557682" y="1380794"/>
                  </a:lnTo>
                  <a:lnTo>
                    <a:pt x="555815" y="1426108"/>
                  </a:lnTo>
                  <a:lnTo>
                    <a:pt x="545846" y="1470571"/>
                  </a:lnTo>
                  <a:lnTo>
                    <a:pt x="527761" y="1512976"/>
                  </a:lnTo>
                  <a:lnTo>
                    <a:pt x="501573" y="1552181"/>
                  </a:lnTo>
                  <a:lnTo>
                    <a:pt x="539127" y="1589735"/>
                  </a:lnTo>
                  <a:lnTo>
                    <a:pt x="566280" y="1552067"/>
                  </a:lnTo>
                  <a:lnTo>
                    <a:pt x="587006" y="1511579"/>
                  </a:lnTo>
                  <a:lnTo>
                    <a:pt x="601306" y="1469034"/>
                  </a:lnTo>
                  <a:lnTo>
                    <a:pt x="609180" y="1425181"/>
                  </a:lnTo>
                  <a:lnTo>
                    <a:pt x="610628" y="1380782"/>
                  </a:lnTo>
                  <a:close/>
                </a:path>
                <a:path w="1019175" h="1602104">
                  <a:moveTo>
                    <a:pt x="1019009" y="293204"/>
                  </a:moveTo>
                  <a:lnTo>
                    <a:pt x="1014031" y="249021"/>
                  </a:lnTo>
                  <a:lnTo>
                    <a:pt x="1002626" y="205790"/>
                  </a:lnTo>
                  <a:lnTo>
                    <a:pt x="984783" y="164287"/>
                  </a:lnTo>
                  <a:lnTo>
                    <a:pt x="960513" y="125272"/>
                  </a:lnTo>
                  <a:lnTo>
                    <a:pt x="929805" y="89484"/>
                  </a:lnTo>
                  <a:lnTo>
                    <a:pt x="891946" y="57264"/>
                  </a:lnTo>
                  <a:lnTo>
                    <a:pt x="850519" y="32207"/>
                  </a:lnTo>
                  <a:lnTo>
                    <a:pt x="806424" y="14312"/>
                  </a:lnTo>
                  <a:lnTo>
                    <a:pt x="760552" y="3581"/>
                  </a:lnTo>
                  <a:lnTo>
                    <a:pt x="713790" y="0"/>
                  </a:lnTo>
                  <a:lnTo>
                    <a:pt x="667029" y="3581"/>
                  </a:lnTo>
                  <a:lnTo>
                    <a:pt x="621157" y="14312"/>
                  </a:lnTo>
                  <a:lnTo>
                    <a:pt x="577062" y="32207"/>
                  </a:lnTo>
                  <a:lnTo>
                    <a:pt x="535647" y="57264"/>
                  </a:lnTo>
                  <a:lnTo>
                    <a:pt x="497776" y="89484"/>
                  </a:lnTo>
                  <a:lnTo>
                    <a:pt x="466166" y="126517"/>
                  </a:lnTo>
                  <a:lnTo>
                    <a:pt x="441413" y="166992"/>
                  </a:lnTo>
                  <a:lnTo>
                    <a:pt x="423532" y="210058"/>
                  </a:lnTo>
                  <a:lnTo>
                    <a:pt x="412521" y="254889"/>
                  </a:lnTo>
                  <a:lnTo>
                    <a:pt x="408381" y="300634"/>
                  </a:lnTo>
                  <a:lnTo>
                    <a:pt x="411099" y="346468"/>
                  </a:lnTo>
                  <a:lnTo>
                    <a:pt x="420674" y="391553"/>
                  </a:lnTo>
                  <a:lnTo>
                    <a:pt x="437121" y="435063"/>
                  </a:lnTo>
                  <a:lnTo>
                    <a:pt x="460438" y="476148"/>
                  </a:lnTo>
                  <a:lnTo>
                    <a:pt x="490601" y="513994"/>
                  </a:lnTo>
                  <a:lnTo>
                    <a:pt x="528231" y="476364"/>
                  </a:lnTo>
                  <a:lnTo>
                    <a:pt x="498373" y="436841"/>
                  </a:lnTo>
                  <a:lnTo>
                    <a:pt x="477291" y="393484"/>
                  </a:lnTo>
                  <a:lnTo>
                    <a:pt x="464972" y="347611"/>
                  </a:lnTo>
                  <a:lnTo>
                    <a:pt x="461441" y="300545"/>
                  </a:lnTo>
                  <a:lnTo>
                    <a:pt x="466686" y="253619"/>
                  </a:lnTo>
                  <a:lnTo>
                    <a:pt x="480733" y="208153"/>
                  </a:lnTo>
                  <a:lnTo>
                    <a:pt x="503567" y="165481"/>
                  </a:lnTo>
                  <a:lnTo>
                    <a:pt x="535216" y="126936"/>
                  </a:lnTo>
                  <a:lnTo>
                    <a:pt x="570204" y="97713"/>
                  </a:lnTo>
                  <a:lnTo>
                    <a:pt x="608711" y="75793"/>
                  </a:lnTo>
                  <a:lnTo>
                    <a:pt x="649744" y="61175"/>
                  </a:lnTo>
                  <a:lnTo>
                    <a:pt x="692277" y="53873"/>
                  </a:lnTo>
                  <a:lnTo>
                    <a:pt x="735330" y="53873"/>
                  </a:lnTo>
                  <a:lnTo>
                    <a:pt x="777862" y="61175"/>
                  </a:lnTo>
                  <a:lnTo>
                    <a:pt x="818896" y="75780"/>
                  </a:lnTo>
                  <a:lnTo>
                    <a:pt x="857389" y="97701"/>
                  </a:lnTo>
                  <a:lnTo>
                    <a:pt x="892365" y="126923"/>
                  </a:lnTo>
                  <a:lnTo>
                    <a:pt x="922959" y="163880"/>
                  </a:lnTo>
                  <a:lnTo>
                    <a:pt x="945438" y="204711"/>
                  </a:lnTo>
                  <a:lnTo>
                    <a:pt x="959802" y="248208"/>
                  </a:lnTo>
                  <a:lnTo>
                    <a:pt x="966050" y="293204"/>
                  </a:lnTo>
                  <a:lnTo>
                    <a:pt x="964196" y="338531"/>
                  </a:lnTo>
                  <a:lnTo>
                    <a:pt x="954227" y="382981"/>
                  </a:lnTo>
                  <a:lnTo>
                    <a:pt x="936142" y="425399"/>
                  </a:lnTo>
                  <a:lnTo>
                    <a:pt x="909942" y="464604"/>
                  </a:lnTo>
                  <a:lnTo>
                    <a:pt x="947496" y="502158"/>
                  </a:lnTo>
                  <a:lnTo>
                    <a:pt x="974648" y="464489"/>
                  </a:lnTo>
                  <a:lnTo>
                    <a:pt x="995375" y="424002"/>
                  </a:lnTo>
                  <a:lnTo>
                    <a:pt x="1009688" y="381457"/>
                  </a:lnTo>
                  <a:lnTo>
                    <a:pt x="1017562" y="337604"/>
                  </a:lnTo>
                  <a:lnTo>
                    <a:pt x="1019009" y="293204"/>
                  </a:lnTo>
                  <a:close/>
                </a:path>
              </a:pathLst>
            </a:custGeom>
            <a:solidFill>
              <a:srgbClr val="D0D0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597964" y="7243394"/>
              <a:ext cx="2036445" cy="2469515"/>
            </a:xfrm>
            <a:custGeom>
              <a:avLst/>
              <a:gdLst/>
              <a:ahLst/>
              <a:cxnLst/>
              <a:rect l="l" t="t" r="r" b="b"/>
              <a:pathLst>
                <a:path w="2036445" h="2469515">
                  <a:moveTo>
                    <a:pt x="609803" y="2163584"/>
                  </a:moveTo>
                  <a:lnTo>
                    <a:pt x="605955" y="2115045"/>
                  </a:lnTo>
                  <a:lnTo>
                    <a:pt x="594842" y="2068918"/>
                  </a:lnTo>
                  <a:lnTo>
                    <a:pt x="577037" y="2025827"/>
                  </a:lnTo>
                  <a:lnTo>
                    <a:pt x="553123" y="1986356"/>
                  </a:lnTo>
                  <a:lnTo>
                    <a:pt x="523709" y="1951075"/>
                  </a:lnTo>
                  <a:lnTo>
                    <a:pt x="489381" y="1920582"/>
                  </a:lnTo>
                  <a:lnTo>
                    <a:pt x="450723" y="1895487"/>
                  </a:lnTo>
                  <a:lnTo>
                    <a:pt x="408330" y="1876348"/>
                  </a:lnTo>
                  <a:lnTo>
                    <a:pt x="362788" y="1863775"/>
                  </a:lnTo>
                  <a:lnTo>
                    <a:pt x="314706" y="1858352"/>
                  </a:lnTo>
                  <a:lnTo>
                    <a:pt x="314706" y="1911565"/>
                  </a:lnTo>
                  <a:lnTo>
                    <a:pt x="363753" y="1918398"/>
                  </a:lnTo>
                  <a:lnTo>
                    <a:pt x="409321" y="1934146"/>
                  </a:lnTo>
                  <a:lnTo>
                    <a:pt x="450469" y="1957870"/>
                  </a:lnTo>
                  <a:lnTo>
                    <a:pt x="486244" y="1988654"/>
                  </a:lnTo>
                  <a:lnTo>
                    <a:pt x="515721" y="2025548"/>
                  </a:lnTo>
                  <a:lnTo>
                    <a:pt x="537933" y="2067623"/>
                  </a:lnTo>
                  <a:lnTo>
                    <a:pt x="551954" y="2113953"/>
                  </a:lnTo>
                  <a:lnTo>
                    <a:pt x="556844" y="2163584"/>
                  </a:lnTo>
                  <a:lnTo>
                    <a:pt x="552767" y="2208987"/>
                  </a:lnTo>
                  <a:lnTo>
                    <a:pt x="541045" y="2251710"/>
                  </a:lnTo>
                  <a:lnTo>
                    <a:pt x="522363" y="2291054"/>
                  </a:lnTo>
                  <a:lnTo>
                    <a:pt x="497446" y="2326309"/>
                  </a:lnTo>
                  <a:lnTo>
                    <a:pt x="467017" y="2356739"/>
                  </a:lnTo>
                  <a:lnTo>
                    <a:pt x="431761" y="2381656"/>
                  </a:lnTo>
                  <a:lnTo>
                    <a:pt x="392417" y="2400338"/>
                  </a:lnTo>
                  <a:lnTo>
                    <a:pt x="349694" y="2412073"/>
                  </a:lnTo>
                  <a:lnTo>
                    <a:pt x="304304" y="2416137"/>
                  </a:lnTo>
                  <a:lnTo>
                    <a:pt x="256540" y="2411628"/>
                  </a:lnTo>
                  <a:lnTo>
                    <a:pt x="211772" y="2398661"/>
                  </a:lnTo>
                  <a:lnTo>
                    <a:pt x="170865" y="2378049"/>
                  </a:lnTo>
                  <a:lnTo>
                    <a:pt x="134620" y="2350655"/>
                  </a:lnTo>
                  <a:lnTo>
                    <a:pt x="103886" y="2317292"/>
                  </a:lnTo>
                  <a:lnTo>
                    <a:pt x="79502" y="2278811"/>
                  </a:lnTo>
                  <a:lnTo>
                    <a:pt x="62306" y="2236025"/>
                  </a:lnTo>
                  <a:lnTo>
                    <a:pt x="53111" y="2189784"/>
                  </a:lnTo>
                  <a:lnTo>
                    <a:pt x="0" y="2189784"/>
                  </a:lnTo>
                  <a:lnTo>
                    <a:pt x="7429" y="2235631"/>
                  </a:lnTo>
                  <a:lnTo>
                    <a:pt x="21399" y="2278913"/>
                  </a:lnTo>
                  <a:lnTo>
                    <a:pt x="41363" y="2319109"/>
                  </a:lnTo>
                  <a:lnTo>
                    <a:pt x="66802" y="2355685"/>
                  </a:lnTo>
                  <a:lnTo>
                    <a:pt x="97167" y="2388108"/>
                  </a:lnTo>
                  <a:lnTo>
                    <a:pt x="131940" y="2415832"/>
                  </a:lnTo>
                  <a:lnTo>
                    <a:pt x="170573" y="2438323"/>
                  </a:lnTo>
                  <a:lnTo>
                    <a:pt x="212534" y="2455062"/>
                  </a:lnTo>
                  <a:lnTo>
                    <a:pt x="257289" y="2465489"/>
                  </a:lnTo>
                  <a:lnTo>
                    <a:pt x="304304" y="2469083"/>
                  </a:lnTo>
                  <a:lnTo>
                    <a:pt x="353847" y="2465082"/>
                  </a:lnTo>
                  <a:lnTo>
                    <a:pt x="400862" y="2453513"/>
                  </a:lnTo>
                  <a:lnTo>
                    <a:pt x="444690" y="2434983"/>
                  </a:lnTo>
                  <a:lnTo>
                    <a:pt x="484720" y="2410142"/>
                  </a:lnTo>
                  <a:lnTo>
                    <a:pt x="520319" y="2379611"/>
                  </a:lnTo>
                  <a:lnTo>
                    <a:pt x="550849" y="2344013"/>
                  </a:lnTo>
                  <a:lnTo>
                    <a:pt x="575703" y="2303983"/>
                  </a:lnTo>
                  <a:lnTo>
                    <a:pt x="594220" y="2260155"/>
                  </a:lnTo>
                  <a:lnTo>
                    <a:pt x="605802" y="2213140"/>
                  </a:lnTo>
                  <a:lnTo>
                    <a:pt x="609803" y="2163584"/>
                  </a:lnTo>
                  <a:close/>
                </a:path>
                <a:path w="2036445" h="2469515">
                  <a:moveTo>
                    <a:pt x="1018171" y="1076007"/>
                  </a:moveTo>
                  <a:lnTo>
                    <a:pt x="1014336" y="1027455"/>
                  </a:lnTo>
                  <a:lnTo>
                    <a:pt x="1003223" y="981341"/>
                  </a:lnTo>
                  <a:lnTo>
                    <a:pt x="985405" y="938250"/>
                  </a:lnTo>
                  <a:lnTo>
                    <a:pt x="961504" y="898779"/>
                  </a:lnTo>
                  <a:lnTo>
                    <a:pt x="932091" y="863498"/>
                  </a:lnTo>
                  <a:lnTo>
                    <a:pt x="897750" y="833005"/>
                  </a:lnTo>
                  <a:lnTo>
                    <a:pt x="859091" y="807910"/>
                  </a:lnTo>
                  <a:lnTo>
                    <a:pt x="816698" y="788771"/>
                  </a:lnTo>
                  <a:lnTo>
                    <a:pt x="771169" y="776198"/>
                  </a:lnTo>
                  <a:lnTo>
                    <a:pt x="723074" y="770775"/>
                  </a:lnTo>
                  <a:lnTo>
                    <a:pt x="723074" y="823988"/>
                  </a:lnTo>
                  <a:lnTo>
                    <a:pt x="772134" y="830821"/>
                  </a:lnTo>
                  <a:lnTo>
                    <a:pt x="817702" y="846556"/>
                  </a:lnTo>
                  <a:lnTo>
                    <a:pt x="858850" y="870292"/>
                  </a:lnTo>
                  <a:lnTo>
                    <a:pt x="894626" y="901065"/>
                  </a:lnTo>
                  <a:lnTo>
                    <a:pt x="924090" y="937958"/>
                  </a:lnTo>
                  <a:lnTo>
                    <a:pt x="946315" y="980046"/>
                  </a:lnTo>
                  <a:lnTo>
                    <a:pt x="960335" y="1026363"/>
                  </a:lnTo>
                  <a:lnTo>
                    <a:pt x="965212" y="1076007"/>
                  </a:lnTo>
                  <a:lnTo>
                    <a:pt x="961148" y="1121410"/>
                  </a:lnTo>
                  <a:lnTo>
                    <a:pt x="949413" y="1164132"/>
                  </a:lnTo>
                  <a:lnTo>
                    <a:pt x="930744" y="1203477"/>
                  </a:lnTo>
                  <a:lnTo>
                    <a:pt x="905827" y="1238732"/>
                  </a:lnTo>
                  <a:lnTo>
                    <a:pt x="875385" y="1269161"/>
                  </a:lnTo>
                  <a:lnTo>
                    <a:pt x="840143" y="1294079"/>
                  </a:lnTo>
                  <a:lnTo>
                    <a:pt x="800798" y="1312760"/>
                  </a:lnTo>
                  <a:lnTo>
                    <a:pt x="758075" y="1324495"/>
                  </a:lnTo>
                  <a:lnTo>
                    <a:pt x="712673" y="1328559"/>
                  </a:lnTo>
                  <a:lnTo>
                    <a:pt x="664908" y="1324051"/>
                  </a:lnTo>
                  <a:lnTo>
                    <a:pt x="620153" y="1311071"/>
                  </a:lnTo>
                  <a:lnTo>
                    <a:pt x="579234" y="1290472"/>
                  </a:lnTo>
                  <a:lnTo>
                    <a:pt x="543001" y="1263078"/>
                  </a:lnTo>
                  <a:lnTo>
                    <a:pt x="512267" y="1229715"/>
                  </a:lnTo>
                  <a:lnTo>
                    <a:pt x="487883" y="1191234"/>
                  </a:lnTo>
                  <a:lnTo>
                    <a:pt x="470674" y="1148448"/>
                  </a:lnTo>
                  <a:lnTo>
                    <a:pt x="461479" y="1102207"/>
                  </a:lnTo>
                  <a:lnTo>
                    <a:pt x="408368" y="1102207"/>
                  </a:lnTo>
                  <a:lnTo>
                    <a:pt x="415810" y="1148041"/>
                  </a:lnTo>
                  <a:lnTo>
                    <a:pt x="429780" y="1191336"/>
                  </a:lnTo>
                  <a:lnTo>
                    <a:pt x="449745" y="1231531"/>
                  </a:lnTo>
                  <a:lnTo>
                    <a:pt x="475183" y="1268107"/>
                  </a:lnTo>
                  <a:lnTo>
                    <a:pt x="505548" y="1300530"/>
                  </a:lnTo>
                  <a:lnTo>
                    <a:pt x="540321" y="1328254"/>
                  </a:lnTo>
                  <a:lnTo>
                    <a:pt x="578942" y="1350746"/>
                  </a:lnTo>
                  <a:lnTo>
                    <a:pt x="620903" y="1367485"/>
                  </a:lnTo>
                  <a:lnTo>
                    <a:pt x="665657" y="1377911"/>
                  </a:lnTo>
                  <a:lnTo>
                    <a:pt x="712673" y="1381506"/>
                  </a:lnTo>
                  <a:lnTo>
                    <a:pt x="762228" y="1377505"/>
                  </a:lnTo>
                  <a:lnTo>
                    <a:pt x="809231" y="1365935"/>
                  </a:lnTo>
                  <a:lnTo>
                    <a:pt x="853071" y="1347406"/>
                  </a:lnTo>
                  <a:lnTo>
                    <a:pt x="893102" y="1322565"/>
                  </a:lnTo>
                  <a:lnTo>
                    <a:pt x="928700" y="1292034"/>
                  </a:lnTo>
                  <a:lnTo>
                    <a:pt x="959231" y="1256436"/>
                  </a:lnTo>
                  <a:lnTo>
                    <a:pt x="984072" y="1216406"/>
                  </a:lnTo>
                  <a:lnTo>
                    <a:pt x="1002601" y="1172578"/>
                  </a:lnTo>
                  <a:lnTo>
                    <a:pt x="1014171" y="1125562"/>
                  </a:lnTo>
                  <a:lnTo>
                    <a:pt x="1018171" y="1076007"/>
                  </a:lnTo>
                  <a:close/>
                </a:path>
                <a:path w="2036445" h="2469515">
                  <a:moveTo>
                    <a:pt x="2036419" y="343446"/>
                  </a:moveTo>
                  <a:lnTo>
                    <a:pt x="1680768" y="0"/>
                  </a:lnTo>
                  <a:lnTo>
                    <a:pt x="1317739" y="375932"/>
                  </a:lnTo>
                  <a:lnTo>
                    <a:pt x="1673390" y="719378"/>
                  </a:lnTo>
                  <a:lnTo>
                    <a:pt x="2036419" y="343446"/>
                  </a:lnTo>
                  <a:close/>
                </a:path>
              </a:pathLst>
            </a:custGeom>
            <a:solidFill>
              <a:srgbClr val="9118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770118" y="6412989"/>
              <a:ext cx="0" cy="2842260"/>
            </a:xfrm>
            <a:custGeom>
              <a:avLst/>
              <a:gdLst/>
              <a:ahLst/>
              <a:cxnLst/>
              <a:rect l="l" t="t" r="r" b="b"/>
              <a:pathLst>
                <a:path h="2842259">
                  <a:moveTo>
                    <a:pt x="0" y="0"/>
                  </a:moveTo>
                  <a:lnTo>
                    <a:pt x="0" y="2842031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746496" y="6482395"/>
              <a:ext cx="45720" cy="46990"/>
            </a:xfrm>
            <a:custGeom>
              <a:avLst/>
              <a:gdLst/>
              <a:ahLst/>
              <a:cxnLst/>
              <a:rect l="l" t="t" r="r" b="b"/>
              <a:pathLst>
                <a:path w="45720" h="46990">
                  <a:moveTo>
                    <a:pt x="22860" y="0"/>
                  </a:moveTo>
                  <a:lnTo>
                    <a:pt x="13962" y="1823"/>
                  </a:lnTo>
                  <a:lnTo>
                    <a:pt x="6696" y="6796"/>
                  </a:lnTo>
                  <a:lnTo>
                    <a:pt x="1796" y="14171"/>
                  </a:lnTo>
                  <a:lnTo>
                    <a:pt x="0" y="23202"/>
                  </a:lnTo>
                  <a:lnTo>
                    <a:pt x="1796" y="32241"/>
                  </a:lnTo>
                  <a:lnTo>
                    <a:pt x="6696" y="39620"/>
                  </a:lnTo>
                  <a:lnTo>
                    <a:pt x="13962" y="44594"/>
                  </a:lnTo>
                  <a:lnTo>
                    <a:pt x="22860" y="46418"/>
                  </a:lnTo>
                  <a:lnTo>
                    <a:pt x="31757" y="44594"/>
                  </a:lnTo>
                  <a:lnTo>
                    <a:pt x="39023" y="39620"/>
                  </a:lnTo>
                  <a:lnTo>
                    <a:pt x="43923" y="32241"/>
                  </a:lnTo>
                  <a:lnTo>
                    <a:pt x="45720" y="23202"/>
                  </a:lnTo>
                  <a:lnTo>
                    <a:pt x="43923" y="14171"/>
                  </a:lnTo>
                  <a:lnTo>
                    <a:pt x="39023" y="6796"/>
                  </a:lnTo>
                  <a:lnTo>
                    <a:pt x="31757" y="1823"/>
                  </a:lnTo>
                  <a:lnTo>
                    <a:pt x="2286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746496" y="6482395"/>
              <a:ext cx="45720" cy="46990"/>
            </a:xfrm>
            <a:custGeom>
              <a:avLst/>
              <a:gdLst/>
              <a:ahLst/>
              <a:cxnLst/>
              <a:rect l="l" t="t" r="r" b="b"/>
              <a:pathLst>
                <a:path w="45720" h="46990">
                  <a:moveTo>
                    <a:pt x="22860" y="46418"/>
                  </a:moveTo>
                  <a:lnTo>
                    <a:pt x="31757" y="44594"/>
                  </a:lnTo>
                  <a:lnTo>
                    <a:pt x="39023" y="39620"/>
                  </a:lnTo>
                  <a:lnTo>
                    <a:pt x="43923" y="32241"/>
                  </a:lnTo>
                  <a:lnTo>
                    <a:pt x="45720" y="23202"/>
                  </a:lnTo>
                  <a:lnTo>
                    <a:pt x="43923" y="14171"/>
                  </a:lnTo>
                  <a:lnTo>
                    <a:pt x="39023" y="6796"/>
                  </a:lnTo>
                  <a:lnTo>
                    <a:pt x="31757" y="1823"/>
                  </a:lnTo>
                  <a:lnTo>
                    <a:pt x="22860" y="0"/>
                  </a:lnTo>
                  <a:lnTo>
                    <a:pt x="13962" y="1823"/>
                  </a:lnTo>
                  <a:lnTo>
                    <a:pt x="6696" y="6796"/>
                  </a:lnTo>
                  <a:lnTo>
                    <a:pt x="1796" y="14171"/>
                  </a:lnTo>
                  <a:lnTo>
                    <a:pt x="0" y="23202"/>
                  </a:lnTo>
                  <a:lnTo>
                    <a:pt x="1796" y="32241"/>
                  </a:lnTo>
                  <a:lnTo>
                    <a:pt x="6696" y="39620"/>
                  </a:lnTo>
                  <a:lnTo>
                    <a:pt x="13962" y="44594"/>
                  </a:lnTo>
                  <a:lnTo>
                    <a:pt x="22860" y="46418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747893" y="8213215"/>
              <a:ext cx="45720" cy="46990"/>
            </a:xfrm>
            <a:custGeom>
              <a:avLst/>
              <a:gdLst/>
              <a:ahLst/>
              <a:cxnLst/>
              <a:rect l="l" t="t" r="r" b="b"/>
              <a:pathLst>
                <a:path w="45720" h="46990">
                  <a:moveTo>
                    <a:pt x="22860" y="0"/>
                  </a:moveTo>
                  <a:lnTo>
                    <a:pt x="13962" y="1823"/>
                  </a:lnTo>
                  <a:lnTo>
                    <a:pt x="6696" y="6796"/>
                  </a:lnTo>
                  <a:lnTo>
                    <a:pt x="1796" y="14171"/>
                  </a:lnTo>
                  <a:lnTo>
                    <a:pt x="0" y="23202"/>
                  </a:lnTo>
                  <a:lnTo>
                    <a:pt x="1796" y="32241"/>
                  </a:lnTo>
                  <a:lnTo>
                    <a:pt x="6696" y="39620"/>
                  </a:lnTo>
                  <a:lnTo>
                    <a:pt x="13962" y="44594"/>
                  </a:lnTo>
                  <a:lnTo>
                    <a:pt x="22860" y="46418"/>
                  </a:lnTo>
                  <a:lnTo>
                    <a:pt x="31757" y="44594"/>
                  </a:lnTo>
                  <a:lnTo>
                    <a:pt x="39023" y="39620"/>
                  </a:lnTo>
                  <a:lnTo>
                    <a:pt x="43923" y="32241"/>
                  </a:lnTo>
                  <a:lnTo>
                    <a:pt x="45720" y="23202"/>
                  </a:lnTo>
                  <a:lnTo>
                    <a:pt x="43923" y="14171"/>
                  </a:lnTo>
                  <a:lnTo>
                    <a:pt x="39023" y="6796"/>
                  </a:lnTo>
                  <a:lnTo>
                    <a:pt x="31757" y="1823"/>
                  </a:lnTo>
                  <a:lnTo>
                    <a:pt x="2286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747893" y="8213215"/>
              <a:ext cx="45720" cy="46990"/>
            </a:xfrm>
            <a:custGeom>
              <a:avLst/>
              <a:gdLst/>
              <a:ahLst/>
              <a:cxnLst/>
              <a:rect l="l" t="t" r="r" b="b"/>
              <a:pathLst>
                <a:path w="45720" h="46990">
                  <a:moveTo>
                    <a:pt x="22860" y="46418"/>
                  </a:moveTo>
                  <a:lnTo>
                    <a:pt x="31757" y="44594"/>
                  </a:lnTo>
                  <a:lnTo>
                    <a:pt x="39023" y="39620"/>
                  </a:lnTo>
                  <a:lnTo>
                    <a:pt x="43923" y="32241"/>
                  </a:lnTo>
                  <a:lnTo>
                    <a:pt x="45720" y="23202"/>
                  </a:lnTo>
                  <a:lnTo>
                    <a:pt x="43923" y="14171"/>
                  </a:lnTo>
                  <a:lnTo>
                    <a:pt x="39023" y="6796"/>
                  </a:lnTo>
                  <a:lnTo>
                    <a:pt x="31757" y="1823"/>
                  </a:lnTo>
                  <a:lnTo>
                    <a:pt x="22860" y="0"/>
                  </a:lnTo>
                  <a:lnTo>
                    <a:pt x="13962" y="1823"/>
                  </a:lnTo>
                  <a:lnTo>
                    <a:pt x="6696" y="6796"/>
                  </a:lnTo>
                  <a:lnTo>
                    <a:pt x="1796" y="14171"/>
                  </a:lnTo>
                  <a:lnTo>
                    <a:pt x="0" y="23202"/>
                  </a:lnTo>
                  <a:lnTo>
                    <a:pt x="1796" y="32241"/>
                  </a:lnTo>
                  <a:lnTo>
                    <a:pt x="6696" y="39620"/>
                  </a:lnTo>
                  <a:lnTo>
                    <a:pt x="13962" y="44594"/>
                  </a:lnTo>
                  <a:lnTo>
                    <a:pt x="22860" y="46418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2511738" y="4030827"/>
            <a:ext cx="6597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14" dirty="0">
                <a:solidFill>
                  <a:srgbClr val="231F20"/>
                </a:solidFill>
                <a:latin typeface="Arial"/>
                <a:cs typeface="Arial"/>
              </a:rPr>
              <a:t>LANGUES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61657" y="4374057"/>
            <a:ext cx="2495550" cy="222250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vert="horz" wrap="square" lIns="0" tIns="5080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40"/>
              </a:spcBef>
            </a:pP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Anglais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: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bon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niveau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(TOEIC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: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900/990)</a:t>
            </a:r>
            <a:endParaRPr sz="1000">
              <a:latin typeface="Raleway-ExtraLight"/>
              <a:cs typeface="Raleway-ExtraLigh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61657" y="4595723"/>
            <a:ext cx="2495550" cy="191135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vert="horz" wrap="square" lIns="0" tIns="12065" rIns="0" bIns="0" rtlCol="0">
            <a:spAutoFit/>
          </a:bodyPr>
          <a:lstStyle/>
          <a:p>
            <a:pPr marL="572135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Espagnol</a:t>
            </a:r>
            <a:r>
              <a:rPr sz="1000" spc="-3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: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niveau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professionnel</a:t>
            </a:r>
            <a:endParaRPr sz="1000">
              <a:latin typeface="Raleway-ExtraLight"/>
              <a:cs typeface="Raleway-ExtraLigh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981993" y="5212491"/>
            <a:ext cx="7169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0" dirty="0">
                <a:solidFill>
                  <a:srgbClr val="231F20"/>
                </a:solidFill>
                <a:latin typeface="Arial"/>
                <a:cs typeface="Arial"/>
              </a:rPr>
              <a:t>EXPERTISE</a:t>
            </a:r>
            <a:endParaRPr sz="12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445154" y="5588163"/>
            <a:ext cx="12192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573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Conduite</a:t>
            </a:r>
            <a:r>
              <a:rPr sz="1000" spc="-2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de</a:t>
            </a:r>
            <a:r>
              <a:rPr sz="1000" spc="-2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projet </a:t>
            </a:r>
            <a:r>
              <a:rPr sz="1000" spc="-24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Manager</a:t>
            </a:r>
            <a:r>
              <a:rPr sz="1000" spc="-6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une</a:t>
            </a:r>
            <a:r>
              <a:rPr sz="1000" spc="-3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équipe</a:t>
            </a:r>
            <a:endParaRPr sz="1000">
              <a:latin typeface="Raleway-ExtraLight"/>
              <a:cs typeface="Raleway-ExtraLigh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726201" y="5892963"/>
            <a:ext cx="97409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620" algn="r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Gérer</a:t>
            </a:r>
            <a:r>
              <a:rPr sz="1000" spc="-5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un</a:t>
            </a:r>
            <a:r>
              <a:rPr sz="1000" spc="-2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budget</a:t>
            </a:r>
            <a:endParaRPr sz="1000">
              <a:latin typeface="Raleway-ExtraLight"/>
              <a:cs typeface="Raleway-ExtraLight"/>
            </a:endParaRPr>
          </a:p>
          <a:p>
            <a:pPr marL="271780" marR="5080" indent="103505" algn="r">
              <a:lnSpc>
                <a:spcPct val="100000"/>
              </a:lnSpc>
            </a:pP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Organiser </a:t>
            </a:r>
            <a:r>
              <a:rPr sz="1000" spc="-24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Planifier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Coo</a:t>
            </a:r>
            <a:r>
              <a:rPr sz="1000" spc="-30" dirty="0">
                <a:solidFill>
                  <a:srgbClr val="231F20"/>
                </a:solidFill>
                <a:latin typeface="Raleway-ExtraLight"/>
                <a:cs typeface="Raleway-ExtraLight"/>
              </a:rPr>
              <a:t>r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donner</a:t>
            </a:r>
            <a:endParaRPr sz="1000">
              <a:latin typeface="Raleway-ExtraLight"/>
              <a:cs typeface="Raleway-ExtraLigh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645686" y="6502564"/>
            <a:ext cx="10185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Étude</a:t>
            </a:r>
            <a:r>
              <a:rPr sz="1000" spc="-4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de</a:t>
            </a:r>
            <a:r>
              <a:rPr sz="1000" spc="-3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marché</a:t>
            </a:r>
            <a:endParaRPr sz="1000">
              <a:latin typeface="Raleway-ExtraLight"/>
              <a:cs typeface="Raleway-ExtraLigh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619905" y="6654964"/>
            <a:ext cx="10445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Démarche</a:t>
            </a:r>
            <a:r>
              <a:rPr sz="1000" spc="-5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qualité</a:t>
            </a:r>
            <a:endParaRPr sz="1000">
              <a:latin typeface="Raleway-ExtraLight"/>
              <a:cs typeface="Raleway-ExtraLigh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49156" y="6807364"/>
            <a:ext cx="1815464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Exploiter</a:t>
            </a:r>
            <a:r>
              <a:rPr sz="1000" spc="-4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les</a:t>
            </a:r>
            <a:r>
              <a:rPr sz="1000" spc="-2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bases</a:t>
            </a:r>
            <a:r>
              <a:rPr sz="1000" spc="-1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de</a:t>
            </a:r>
            <a:r>
              <a:rPr sz="1000" spc="-1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données</a:t>
            </a:r>
            <a:endParaRPr sz="1000">
              <a:latin typeface="Raleway-ExtraLight"/>
              <a:cs typeface="Raleway-ExtraLigh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55757" y="6959764"/>
            <a:ext cx="18415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Déterminer</a:t>
            </a:r>
            <a:r>
              <a:rPr sz="1000" spc="-4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les</a:t>
            </a:r>
            <a:r>
              <a:rPr sz="1000" spc="-1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cibles</a:t>
            </a:r>
            <a:r>
              <a:rPr sz="1000" spc="-2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marketing</a:t>
            </a:r>
            <a:endParaRPr sz="1000">
              <a:latin typeface="Raleway-ExtraLight"/>
              <a:cs typeface="Raleway-ExtraLigh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612891" y="6055201"/>
            <a:ext cx="24828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90" dirty="0">
                <a:solidFill>
                  <a:srgbClr val="FFFFFF"/>
                </a:solidFill>
                <a:latin typeface="Arial"/>
                <a:cs typeface="Arial"/>
              </a:rPr>
              <a:t>EXPÉRIENCE</a:t>
            </a:r>
            <a:r>
              <a:rPr sz="1200" spc="-17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200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200" spc="-114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OFESSIONNELLES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944108" y="6359197"/>
            <a:ext cx="2743200" cy="104902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000" spc="-85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r>
              <a:rPr sz="1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85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1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175" dirty="0">
                <a:solidFill>
                  <a:srgbClr val="FFFFFF"/>
                </a:solidFill>
                <a:latin typeface="Arial"/>
                <a:cs typeface="Arial"/>
              </a:rPr>
              <a:t>ASSISTANT</a:t>
            </a:r>
            <a:r>
              <a:rPr sz="1000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185" dirty="0">
                <a:solidFill>
                  <a:srgbClr val="FFFFFF"/>
                </a:solidFill>
                <a:latin typeface="Arial"/>
                <a:cs typeface="Arial"/>
              </a:rPr>
              <a:t>MARKETING</a:t>
            </a:r>
            <a:r>
              <a:rPr sz="1000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65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1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180" dirty="0">
                <a:solidFill>
                  <a:srgbClr val="FFFFFF"/>
                </a:solidFill>
                <a:latin typeface="Arial"/>
                <a:cs typeface="Arial"/>
              </a:rPr>
              <a:t>WISECOM,</a:t>
            </a:r>
            <a:r>
              <a:rPr sz="1000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200" dirty="0">
                <a:solidFill>
                  <a:srgbClr val="FFFFFF"/>
                </a:solidFill>
                <a:latin typeface="Arial"/>
                <a:cs typeface="Arial"/>
              </a:rPr>
              <a:t>STAGE,</a:t>
            </a:r>
            <a:r>
              <a:rPr sz="1000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5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sz="1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160" dirty="0">
                <a:solidFill>
                  <a:srgbClr val="FFFFFF"/>
                </a:solidFill>
                <a:latin typeface="Arial"/>
                <a:cs typeface="Arial"/>
              </a:rPr>
              <a:t>MOIS</a:t>
            </a:r>
            <a:endParaRPr sz="1000">
              <a:latin typeface="Arial"/>
              <a:cs typeface="Arial"/>
            </a:endParaRPr>
          </a:p>
          <a:p>
            <a:pPr marL="99060" indent="-86360">
              <a:lnSpc>
                <a:spcPct val="100000"/>
              </a:lnSpc>
              <a:spcBef>
                <a:spcPts val="425"/>
              </a:spcBef>
              <a:buChar char="-"/>
              <a:tabLst>
                <a:tab pos="99060" algn="l"/>
              </a:tabLst>
            </a:pP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Gestion</a:t>
            </a:r>
            <a:r>
              <a:rPr sz="1000" spc="-15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de</a:t>
            </a:r>
            <a:r>
              <a:rPr sz="1000" spc="-10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base</a:t>
            </a:r>
            <a:r>
              <a:rPr sz="1000" spc="-10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de</a:t>
            </a:r>
            <a:r>
              <a:rPr sz="1000" spc="-15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données</a:t>
            </a:r>
            <a:r>
              <a:rPr sz="1000" spc="-10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CRM</a:t>
            </a:r>
            <a:endParaRPr sz="1000">
              <a:latin typeface="Raleway-ExtraLight"/>
              <a:cs typeface="Raleway-ExtraLight"/>
            </a:endParaRPr>
          </a:p>
          <a:p>
            <a:pPr marL="12700" marR="514350">
              <a:lnSpc>
                <a:spcPct val="100000"/>
              </a:lnSpc>
              <a:buChar char="-"/>
              <a:tabLst>
                <a:tab pos="99060" algn="l"/>
              </a:tabLst>
            </a:pP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Création</a:t>
            </a:r>
            <a:r>
              <a:rPr sz="1000" spc="-10" dirty="0">
                <a:solidFill>
                  <a:srgbClr val="FFFFFF"/>
                </a:solidFill>
                <a:latin typeface="Raleway-ExtraLight"/>
                <a:cs typeface="Raleway-ExtraLight"/>
              </a:rPr>
              <a:t> d’argumentaire</a:t>
            </a: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 marketing et </a:t>
            </a:r>
            <a:r>
              <a:rPr sz="1000" spc="-245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d’opérations promotionnelles</a:t>
            </a:r>
            <a:endParaRPr sz="1000">
              <a:latin typeface="Raleway-ExtraLight"/>
              <a:cs typeface="Raleway-ExtraLight"/>
            </a:endParaRPr>
          </a:p>
          <a:p>
            <a:pPr marL="99060" indent="-86360">
              <a:lnSpc>
                <a:spcPct val="100000"/>
              </a:lnSpc>
              <a:buChar char="-"/>
              <a:tabLst>
                <a:tab pos="99060" algn="l"/>
              </a:tabLst>
            </a:pP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Démarchage</a:t>
            </a:r>
            <a:r>
              <a:rPr sz="1000" spc="-15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clientèle</a:t>
            </a:r>
            <a:endParaRPr sz="1000">
              <a:latin typeface="Raleway-ExtraLight"/>
              <a:cs typeface="Raleway-ExtraLight"/>
            </a:endParaRPr>
          </a:p>
          <a:p>
            <a:pPr marL="99060" indent="-86360">
              <a:lnSpc>
                <a:spcPct val="100000"/>
              </a:lnSpc>
              <a:buChar char="-"/>
              <a:tabLst>
                <a:tab pos="99060" algn="l"/>
              </a:tabLst>
            </a:pP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Elaboration d’outils et</a:t>
            </a: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 supports</a:t>
            </a: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 marketing</a:t>
            </a:r>
            <a:endParaRPr sz="1000">
              <a:latin typeface="Raleway-ExtraLight"/>
              <a:cs typeface="Raleway-ExtraLigh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944108" y="7534968"/>
            <a:ext cx="2574290" cy="1749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solidFill>
                  <a:srgbClr val="FFFFFF"/>
                </a:solidFill>
                <a:latin typeface="Raleway-SemiBold"/>
                <a:cs typeface="Raleway-SemiBold"/>
              </a:rPr>
              <a:t>Réussites</a:t>
            </a:r>
            <a:r>
              <a:rPr sz="1000" b="1" spc="10" dirty="0">
                <a:solidFill>
                  <a:srgbClr val="FFFFFF"/>
                </a:solidFill>
                <a:latin typeface="Raleway-SemiBold"/>
                <a:cs typeface="Raleway-SemiBold"/>
              </a:rPr>
              <a:t> </a:t>
            </a: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: </a:t>
            </a: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Elaboration</a:t>
            </a:r>
            <a:r>
              <a:rPr sz="1000" spc="5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Raleway-ExtraLight"/>
                <a:cs typeface="Raleway-ExtraLight"/>
              </a:rPr>
              <a:t>d’argumentaires </a:t>
            </a: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 marketing</a:t>
            </a:r>
            <a:r>
              <a:rPr sz="1000" spc="-10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et </a:t>
            </a: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de</a:t>
            </a:r>
            <a:r>
              <a:rPr sz="1000" spc="-10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supports</a:t>
            </a: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de</a:t>
            </a: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 communication </a:t>
            </a:r>
            <a:r>
              <a:rPr sz="1000" spc="-245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pour</a:t>
            </a:r>
            <a:r>
              <a:rPr sz="1000" spc="-30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4 </a:t>
            </a: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nouveaux</a:t>
            </a: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services</a:t>
            </a:r>
            <a:endParaRPr sz="1000">
              <a:latin typeface="Raleway-ExtraLight"/>
              <a:cs typeface="Raleway-ExtraLigh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900">
              <a:latin typeface="Raleway-ExtraLight"/>
              <a:cs typeface="Raleway-ExtraLight"/>
            </a:endParaRPr>
          </a:p>
          <a:p>
            <a:pPr marL="12700" marR="74295">
              <a:lnSpc>
                <a:spcPct val="116700"/>
              </a:lnSpc>
              <a:spcBef>
                <a:spcPts val="5"/>
              </a:spcBef>
            </a:pPr>
            <a:r>
              <a:rPr sz="1000" spc="-90" dirty="0">
                <a:solidFill>
                  <a:srgbClr val="FFFFFF"/>
                </a:solidFill>
                <a:latin typeface="Arial"/>
                <a:cs typeface="Arial"/>
              </a:rPr>
              <a:t>2015</a:t>
            </a:r>
            <a:r>
              <a:rPr sz="1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85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1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210" dirty="0">
                <a:solidFill>
                  <a:srgbClr val="FFFFFF"/>
                </a:solidFill>
                <a:latin typeface="Arial"/>
                <a:cs typeface="Arial"/>
              </a:rPr>
              <a:t>CHARGÉ</a:t>
            </a:r>
            <a:r>
              <a:rPr sz="1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190" dirty="0">
                <a:solidFill>
                  <a:srgbClr val="FFFFFF"/>
                </a:solidFill>
                <a:latin typeface="Arial"/>
                <a:cs typeface="Arial"/>
              </a:rPr>
              <a:t>D’ÉTUDE</a:t>
            </a:r>
            <a:r>
              <a:rPr sz="1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185" dirty="0">
                <a:solidFill>
                  <a:srgbClr val="FFFFFF"/>
                </a:solidFill>
                <a:latin typeface="Arial"/>
                <a:cs typeface="Arial"/>
              </a:rPr>
              <a:t>MARKETING</a:t>
            </a:r>
            <a:r>
              <a:rPr sz="1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1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1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200" dirty="0">
                <a:solidFill>
                  <a:srgbClr val="FFFFFF"/>
                </a:solidFill>
                <a:latin typeface="Arial"/>
                <a:cs typeface="Arial"/>
              </a:rPr>
              <a:t>VEGGIE</a:t>
            </a:r>
            <a:r>
              <a:rPr sz="1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165" dirty="0">
                <a:solidFill>
                  <a:srgbClr val="FFFFFF"/>
                </a:solidFill>
                <a:latin typeface="Arial"/>
                <a:cs typeface="Arial"/>
              </a:rPr>
              <a:t>FRESH,  </a:t>
            </a:r>
            <a:r>
              <a:rPr sz="1000" spc="-204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000" spc="-19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000" spc="-18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000" spc="-200" dirty="0">
                <a:solidFill>
                  <a:srgbClr val="FFFFFF"/>
                </a:solidFill>
                <a:latin typeface="Arial"/>
                <a:cs typeface="Arial"/>
              </a:rPr>
              <a:t>GE,</a:t>
            </a:r>
            <a:r>
              <a:rPr sz="1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7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1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160" dirty="0">
                <a:solidFill>
                  <a:srgbClr val="FFFFFF"/>
                </a:solidFill>
                <a:latin typeface="Arial"/>
                <a:cs typeface="Arial"/>
              </a:rPr>
              <a:t>MOIS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-Elaboration </a:t>
            </a: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du</a:t>
            </a: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 questionnaire</a:t>
            </a:r>
            <a:endParaRPr sz="1000">
              <a:latin typeface="Raleway-ExtraLight"/>
              <a:cs typeface="Raleway-ExtraLight"/>
            </a:endParaRPr>
          </a:p>
          <a:p>
            <a:pPr marL="99060" indent="-86360">
              <a:lnSpc>
                <a:spcPct val="100000"/>
              </a:lnSpc>
              <a:buChar char="-"/>
              <a:tabLst>
                <a:tab pos="99060" algn="l"/>
              </a:tabLst>
            </a:pP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Démarchage</a:t>
            </a:r>
            <a:r>
              <a:rPr sz="1000" spc="-15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et</a:t>
            </a:r>
            <a:r>
              <a:rPr sz="1000" spc="-10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enquête</a:t>
            </a:r>
            <a:endParaRPr sz="1000">
              <a:latin typeface="Raleway-ExtraLight"/>
              <a:cs typeface="Raleway-ExtraLight"/>
            </a:endParaRPr>
          </a:p>
          <a:p>
            <a:pPr marL="94615" indent="-82550">
              <a:lnSpc>
                <a:spcPct val="100000"/>
              </a:lnSpc>
              <a:buChar char="-"/>
              <a:tabLst>
                <a:tab pos="95250" algn="l"/>
              </a:tabLst>
            </a:pP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Analyse et compte </a:t>
            </a:r>
            <a:r>
              <a:rPr sz="1000" spc="-10" dirty="0">
                <a:solidFill>
                  <a:srgbClr val="FFFFFF"/>
                </a:solidFill>
                <a:latin typeface="Raleway-ExtraLight"/>
                <a:cs typeface="Raleway-ExtraLight"/>
              </a:rPr>
              <a:t>rendu</a:t>
            </a: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de</a:t>
            </a: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Raleway-ExtraLight"/>
                <a:cs typeface="Raleway-ExtraLight"/>
              </a:rPr>
              <a:t>l’étude</a:t>
            </a:r>
            <a:endParaRPr sz="1000">
              <a:latin typeface="Raleway-ExtraLight"/>
              <a:cs typeface="Raleway-ExtraLight"/>
            </a:endParaRPr>
          </a:p>
          <a:p>
            <a:pPr marL="12700" marR="573405">
              <a:lnSpc>
                <a:spcPct val="100000"/>
              </a:lnSpc>
              <a:buChar char="-"/>
              <a:tabLst>
                <a:tab pos="99060" algn="l"/>
              </a:tabLst>
            </a:pP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Création</a:t>
            </a:r>
            <a:r>
              <a:rPr sz="1000" spc="-15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du</a:t>
            </a:r>
            <a:r>
              <a:rPr sz="1000" spc="-15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logo</a:t>
            </a:r>
            <a:r>
              <a:rPr sz="1000" spc="-10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et</a:t>
            </a:r>
            <a:r>
              <a:rPr sz="1000" spc="-15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du</a:t>
            </a:r>
            <a:r>
              <a:rPr sz="1000" spc="-10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nom</a:t>
            </a:r>
            <a:r>
              <a:rPr sz="1000" spc="-15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de</a:t>
            </a:r>
            <a:r>
              <a:rPr sz="1000" spc="-10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la </a:t>
            </a:r>
            <a:r>
              <a:rPr sz="1000" spc="-245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marque</a:t>
            </a:r>
            <a:endParaRPr sz="1000">
              <a:latin typeface="Raleway-ExtraLight"/>
              <a:cs typeface="Raleway-ExtraLigh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346351" y="1446314"/>
            <a:ext cx="13525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65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r>
              <a:rPr sz="1200" spc="-175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r>
              <a:rPr sz="1200" spc="-85" dirty="0">
                <a:solidFill>
                  <a:srgbClr val="231F20"/>
                </a:solidFill>
                <a:latin typeface="Arial"/>
                <a:cs typeface="Arial"/>
              </a:rPr>
              <a:t>OFI</a:t>
            </a:r>
            <a:r>
              <a:rPr sz="1200" spc="-105" dirty="0">
                <a:solidFill>
                  <a:srgbClr val="231F20"/>
                </a:solidFill>
                <a:latin typeface="Arial"/>
                <a:cs typeface="Arial"/>
              </a:rPr>
              <a:t>L</a:t>
            </a:r>
            <a:r>
              <a:rPr sz="1200" spc="-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200" spc="-75" dirty="0">
                <a:solidFill>
                  <a:srgbClr val="231F20"/>
                </a:solidFill>
                <a:latin typeface="Arial"/>
                <a:cs typeface="Arial"/>
              </a:rPr>
              <a:t>&amp;</a:t>
            </a:r>
            <a:r>
              <a:rPr sz="1200" spc="-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200" spc="-140" dirty="0">
                <a:solidFill>
                  <a:srgbClr val="231F20"/>
                </a:solidFill>
                <a:latin typeface="Arial"/>
                <a:cs typeface="Arial"/>
              </a:rPr>
              <a:t>OBJE</a:t>
            </a:r>
            <a:r>
              <a:rPr sz="1200" spc="-120" dirty="0">
                <a:solidFill>
                  <a:srgbClr val="231F20"/>
                </a:solidFill>
                <a:latin typeface="Arial"/>
                <a:cs typeface="Arial"/>
              </a:rPr>
              <a:t>CTIFS</a:t>
            </a:r>
            <a:endParaRPr sz="12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40642" y="1850961"/>
            <a:ext cx="1859914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42240" algn="r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Dans</a:t>
            </a:r>
            <a:r>
              <a:rPr sz="1000" spc="-1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le</a:t>
            </a:r>
            <a:r>
              <a:rPr sz="1000" spc="-1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cadre</a:t>
            </a:r>
            <a:r>
              <a:rPr sz="1000" spc="-1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de</a:t>
            </a:r>
            <a:r>
              <a:rPr sz="1000" spc="-1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mon</a:t>
            </a:r>
            <a:r>
              <a:rPr sz="1000" spc="-1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Master </a:t>
            </a:r>
            <a:r>
              <a:rPr sz="1000" spc="-24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Commerce électronique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je </a:t>
            </a:r>
            <a:r>
              <a:rPr sz="1000" spc="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souhaite</a:t>
            </a:r>
            <a:r>
              <a:rPr sz="1000" spc="6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15" dirty="0">
                <a:solidFill>
                  <a:srgbClr val="231F20"/>
                </a:solidFill>
                <a:latin typeface="Raleway-ExtraLight"/>
                <a:cs typeface="Raleway-ExtraLight"/>
              </a:rPr>
              <a:t>effectuer</a:t>
            </a:r>
            <a:r>
              <a:rPr sz="1000" spc="3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un</a:t>
            </a:r>
            <a:r>
              <a:rPr sz="1000" spc="6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stage</a:t>
            </a:r>
            <a:r>
              <a:rPr sz="1000" spc="6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de </a:t>
            </a:r>
            <a:r>
              <a:rPr sz="1000" spc="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6 mois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comme assistant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web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marketing</a:t>
            </a:r>
            <a:r>
              <a:rPr sz="1000" spc="-2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dans</a:t>
            </a:r>
            <a:r>
              <a:rPr sz="1000" spc="-2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le</a:t>
            </a:r>
            <a:r>
              <a:rPr sz="1000" spc="-3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e-commerce. </a:t>
            </a:r>
            <a:r>
              <a:rPr sz="1000" spc="-24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Créatif et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réfléchi,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je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saurai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rapidement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m’intégrer</a:t>
            </a:r>
            <a:r>
              <a:rPr sz="1000" spc="-3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dans</a:t>
            </a:r>
            <a:endParaRPr sz="1000">
              <a:latin typeface="Raleway-ExtraLight"/>
              <a:cs typeface="Raleway-ExtraLight"/>
            </a:endParaRPr>
          </a:p>
          <a:p>
            <a:pPr marL="139065" marR="5080" indent="58419" algn="r">
              <a:lnSpc>
                <a:spcPct val="100000"/>
              </a:lnSpc>
            </a:pP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vos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équipes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et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mettre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à mon </a:t>
            </a:r>
            <a:r>
              <a:rPr sz="1000" spc="-24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15" dirty="0">
                <a:solidFill>
                  <a:srgbClr val="231F20"/>
                </a:solidFill>
                <a:latin typeface="Raleway-ExtraLight"/>
                <a:cs typeface="Raleway-ExtraLight"/>
              </a:rPr>
              <a:t>profit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mon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savoir-faire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et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mon </a:t>
            </a:r>
            <a:r>
              <a:rPr sz="1000" spc="-24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expérience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du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terrain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pour </a:t>
            </a:r>
            <a:r>
              <a:rPr sz="1000" spc="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contribuer</a:t>
            </a:r>
            <a:r>
              <a:rPr sz="1000" spc="-3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à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la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réussite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de</a:t>
            </a:r>
            <a:r>
              <a:rPr sz="1000" spc="-3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vos</a:t>
            </a:r>
            <a:endParaRPr sz="1000">
              <a:latin typeface="Raleway-ExtraLight"/>
              <a:cs typeface="Raleway-ExtraLight"/>
            </a:endParaRPr>
          </a:p>
          <a:p>
            <a:pPr marR="7620" algn="r">
              <a:lnSpc>
                <a:spcPct val="100000"/>
              </a:lnSpc>
            </a:pP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projets</a:t>
            </a:r>
            <a:endParaRPr sz="1000">
              <a:latin typeface="Raleway-ExtraLight"/>
              <a:cs typeface="Raleway-Extra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31F2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238</Words>
  <Application>Microsoft Office PowerPoint</Application>
  <PresentationFormat>Personnalisé</PresentationFormat>
  <Paragraphs>50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Arial</vt:lpstr>
      <vt:lpstr>Calibri</vt:lpstr>
      <vt:lpstr>Raleway-ExtraLight</vt:lpstr>
      <vt:lpstr>Raleway-Light</vt:lpstr>
      <vt:lpstr>Raleway-SemiBold</vt:lpstr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Estelle</dc:creator>
  <cp:lastModifiedBy>Estelle</cp:lastModifiedBy>
  <cp:revision>2</cp:revision>
  <dcterms:created xsi:type="dcterms:W3CDTF">2021-06-21T08:37:55Z</dcterms:created>
  <dcterms:modified xsi:type="dcterms:W3CDTF">2021-10-22T13:18:34Z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2021-06-21T00:00:00Z</vt:filetime>
  </property>
  <property fmtid="{D5CDD505-2E9C-101B-9397-08002B2CF9AE}" pid="3" name="Creator">
    <vt:lpwstr>Adobe InDesign 16.1 (Macintosh)</vt:lpwstr>
  </property>
  <property fmtid="{D5CDD505-2E9C-101B-9397-08002B2CF9AE}" pid="4" name="LastSaved">
    <vt:filetime>2021-06-21T00:00:00Z</vt:filetime>
  </property>
</Properties>
</file>