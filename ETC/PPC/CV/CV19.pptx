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DBEC"/>
    <a:srgbClr val="265A86"/>
    <a:srgbClr val="8C8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870" autoAdjust="0"/>
    <p:restoredTop sz="96149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7E69-E4A3-4D63-B7E8-92EAAB4C8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CF5F3-6BC6-4633-912D-505587D33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61812-5B95-46E5-A106-D5B6946E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2EC04-8D19-49EA-AB4F-4908AC55E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F43C-AFC9-484C-B46D-1EEA5268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6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7DA7-5FF0-4FCD-9A2F-D361B8A2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79FE9-FCBD-4951-9EC0-46B4737FE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11E1A-4078-4985-8452-1A4EA311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90854-C68A-4C1A-BEF7-5CF3E5B4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61767-2A42-4F7D-AFCF-34807C77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1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D8E6-2A08-4B14-88FE-78496057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31D36-9A08-4679-B9B2-712C9E713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6B7F0-A6B7-4383-8F34-07BE3FB0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2DFD8-5C49-4097-9898-11622B3D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29C85-032F-4004-B78E-879C56F99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6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85F5-87E4-4135-938D-C3753707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6AB0-3975-4776-8F8A-528020999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83E7-91DC-4C8D-81CB-88BF644EB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7838E-D517-4774-A961-837C567E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266CF-BAFF-4831-A10E-061A0F31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1FD45-84E4-4E6C-8F01-AA9EB046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4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747A-8C6F-4B8B-A314-FF001A76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8CE04-55DF-4CEE-B41B-353FAFD31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90F37-5AFD-4316-8BCC-5A7175366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F9D12-5892-4D11-8002-2B0349C33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A3AFA2-D769-461A-B11A-EB8796104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62CCE-F8A8-49C0-8699-F3E630F46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210811-8313-442E-BBC1-1F46B0C1C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759857-BDEE-4098-AD8E-98F71CFD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2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F7C04-FD15-477A-BE9B-9380F4174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F6BF5-942F-4997-8A90-33C490E4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15E46-B104-46FB-980E-6A3A68DDC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961A6-6CAD-4B76-9F42-FD1E2931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CA5CB-7F2F-452F-A5EF-66A3CFEA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BC342-F43B-4AC1-8BD6-DCA98739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D8039-4F64-4585-BD11-9AB310F3D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6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F878-D048-4F88-8784-6EB841A6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54CE0-C921-4FFB-8149-CCE1D48A0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39873-63B4-494E-BEEF-B1EDC942B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8B384-1E4A-4DF7-819A-7F4153CDE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45407-C5E6-4961-927A-582DBDBA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2F49D-8CAE-438A-8F76-C3FA23ED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0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3E92-10C7-4D53-8977-8639A7B0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FE708-CAD8-4D7B-A721-05C4DD308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26CF1-F4A7-4927-875B-930FCD5E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5BE40-6CED-487E-B16C-6FE3AC7D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C8D90-1925-4E44-B0CD-D91C1E3E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20A89-12EC-4257-82E7-F35D04E0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3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D7C4-59E0-4498-A93A-8E51F159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50197-9576-4581-A110-CA804EB12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41EEC-E536-4393-9143-3F12B862B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D6A49-C2AE-4FBB-B684-0DE165C4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396B5-D7E3-4E53-B6A2-81D0112D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40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596E1-4421-4D22-8CD0-395A5A40A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D4F24-5D43-4DA2-99FB-C1E20A39D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A540E-05E1-4107-BD4E-D410F853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219EB-EE3C-45B8-B21C-2043DF78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8EB5B-DE59-41C0-A174-623958CB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3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8D7E6-E7EB-4AD9-86E8-523D8078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8A77F-821C-4550-9F6E-16FCB75BA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F62BF-D6CA-479D-A350-836A4863C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4E3DB-54F2-47A0-B932-EBD13F982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FD59A-7EA2-49E7-9E1D-DED93D969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7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FB0216EA-F31D-457E-AB7C-B6A2E65BCF5F}"/>
              </a:ext>
            </a:extLst>
          </p:cNvPr>
          <p:cNvGrpSpPr/>
          <p:nvPr/>
        </p:nvGrpSpPr>
        <p:grpSpPr>
          <a:xfrm>
            <a:off x="0" y="2304"/>
            <a:ext cx="7562088" cy="10688791"/>
            <a:chOff x="-6350" y="2304"/>
            <a:chExt cx="7556500" cy="10688791"/>
          </a:xfrm>
        </p:grpSpPr>
        <p:pic>
          <p:nvPicPr>
            <p:cNvPr id="91" name="Picture 90" descr="A picture containing text, outdoor&#10;&#10;Description automatically generated">
              <a:extLst>
                <a:ext uri="{FF2B5EF4-FFF2-40B4-BE49-F238E27FC236}">
                  <a16:creationId xmlns:a16="http://schemas.microsoft.com/office/drawing/2014/main" id="{FE4C844F-1017-4B42-9C87-51684AF4C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350" y="2304"/>
              <a:ext cx="7556500" cy="10688791"/>
            </a:xfrm>
            <a:prstGeom prst="rect">
              <a:avLst/>
            </a:prstGeom>
          </p:spPr>
        </p:pic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78D93E6-E214-4E8D-8950-05938A8CF8E9}"/>
                </a:ext>
              </a:extLst>
            </p:cNvPr>
            <p:cNvSpPr/>
            <p:nvPr/>
          </p:nvSpPr>
          <p:spPr>
            <a:xfrm>
              <a:off x="452628" y="464072"/>
              <a:ext cx="6638544" cy="9765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0C2BF0E-5F1D-41E5-AF5E-D3A162A6CDCC}"/>
              </a:ext>
            </a:extLst>
          </p:cNvPr>
          <p:cNvSpPr/>
          <p:nvPr/>
        </p:nvSpPr>
        <p:spPr>
          <a:xfrm>
            <a:off x="4700420" y="9140088"/>
            <a:ext cx="873354" cy="193303"/>
          </a:xfrm>
          <a:prstGeom prst="rect">
            <a:avLst/>
          </a:prstGeom>
          <a:solidFill>
            <a:srgbClr val="C8D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D266765-6FFC-4894-A068-D8288F9FE942}"/>
              </a:ext>
            </a:extLst>
          </p:cNvPr>
          <p:cNvSpPr/>
          <p:nvPr/>
        </p:nvSpPr>
        <p:spPr>
          <a:xfrm>
            <a:off x="4700419" y="7906876"/>
            <a:ext cx="1772511" cy="193303"/>
          </a:xfrm>
          <a:prstGeom prst="rect">
            <a:avLst/>
          </a:prstGeom>
          <a:solidFill>
            <a:srgbClr val="C8D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D73C1E9-F01E-4E82-8B0E-39650FEBA79C}"/>
              </a:ext>
            </a:extLst>
          </p:cNvPr>
          <p:cNvSpPr/>
          <p:nvPr/>
        </p:nvSpPr>
        <p:spPr>
          <a:xfrm>
            <a:off x="4700419" y="6276648"/>
            <a:ext cx="1772511" cy="193303"/>
          </a:xfrm>
          <a:prstGeom prst="rect">
            <a:avLst/>
          </a:prstGeom>
          <a:solidFill>
            <a:srgbClr val="C8D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EE4F9B9-79D8-451F-A3C5-71B0950427A4}"/>
              </a:ext>
            </a:extLst>
          </p:cNvPr>
          <p:cNvSpPr/>
          <p:nvPr/>
        </p:nvSpPr>
        <p:spPr>
          <a:xfrm>
            <a:off x="4700420" y="4225432"/>
            <a:ext cx="1156566" cy="193303"/>
          </a:xfrm>
          <a:prstGeom prst="rect">
            <a:avLst/>
          </a:prstGeom>
          <a:solidFill>
            <a:srgbClr val="C8D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565C125-5C18-48A3-AEC8-D9C2257D564D}"/>
              </a:ext>
            </a:extLst>
          </p:cNvPr>
          <p:cNvSpPr/>
          <p:nvPr/>
        </p:nvSpPr>
        <p:spPr>
          <a:xfrm>
            <a:off x="875457" y="4466146"/>
            <a:ext cx="2834641" cy="193303"/>
          </a:xfrm>
          <a:prstGeom prst="rect">
            <a:avLst/>
          </a:prstGeom>
          <a:solidFill>
            <a:srgbClr val="C8D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02F11B8-6381-418E-AD3E-116EDACBA2D2}"/>
              </a:ext>
            </a:extLst>
          </p:cNvPr>
          <p:cNvSpPr/>
          <p:nvPr/>
        </p:nvSpPr>
        <p:spPr>
          <a:xfrm>
            <a:off x="875458" y="3085021"/>
            <a:ext cx="1007318" cy="193303"/>
          </a:xfrm>
          <a:prstGeom prst="rect">
            <a:avLst/>
          </a:prstGeom>
          <a:solidFill>
            <a:srgbClr val="C8D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78C97B2-524E-4C9E-AD99-4E66D56C13A9}"/>
              </a:ext>
            </a:extLst>
          </p:cNvPr>
          <p:cNvSpPr/>
          <p:nvPr/>
        </p:nvSpPr>
        <p:spPr>
          <a:xfrm>
            <a:off x="2503697" y="762386"/>
            <a:ext cx="4823568" cy="1682496"/>
          </a:xfrm>
          <a:prstGeom prst="rect">
            <a:avLst/>
          </a:prstGeom>
          <a:solidFill>
            <a:srgbClr val="C8D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FDADEF-2A6E-4267-95E9-927CDA8AFFB4}"/>
              </a:ext>
            </a:extLst>
          </p:cNvPr>
          <p:cNvSpPr/>
          <p:nvPr/>
        </p:nvSpPr>
        <p:spPr>
          <a:xfrm>
            <a:off x="2137420" y="759460"/>
            <a:ext cx="366998" cy="1921208"/>
          </a:xfrm>
          <a:custGeom>
            <a:avLst/>
            <a:gdLst>
              <a:gd name="connsiteX0" fmla="*/ 0 w 376523"/>
              <a:gd name="connsiteY0" fmla="*/ 0 h 1673352"/>
              <a:gd name="connsiteX1" fmla="*/ 376523 w 376523"/>
              <a:gd name="connsiteY1" fmla="*/ 0 h 1673352"/>
              <a:gd name="connsiteX2" fmla="*/ 376523 w 376523"/>
              <a:gd name="connsiteY2" fmla="*/ 1673352 h 1673352"/>
              <a:gd name="connsiteX3" fmla="*/ 0 w 376523"/>
              <a:gd name="connsiteY3" fmla="*/ 1673352 h 1673352"/>
              <a:gd name="connsiteX4" fmla="*/ 0 w 376523"/>
              <a:gd name="connsiteY4" fmla="*/ 0 h 1673352"/>
              <a:gd name="connsiteX0" fmla="*/ 0 w 376523"/>
              <a:gd name="connsiteY0" fmla="*/ 238125 h 1911477"/>
              <a:gd name="connsiteX1" fmla="*/ 366998 w 376523"/>
              <a:gd name="connsiteY1" fmla="*/ 0 h 1911477"/>
              <a:gd name="connsiteX2" fmla="*/ 376523 w 376523"/>
              <a:gd name="connsiteY2" fmla="*/ 1911477 h 1911477"/>
              <a:gd name="connsiteX3" fmla="*/ 0 w 376523"/>
              <a:gd name="connsiteY3" fmla="*/ 1911477 h 1911477"/>
              <a:gd name="connsiteX4" fmla="*/ 0 w 376523"/>
              <a:gd name="connsiteY4" fmla="*/ 238125 h 1911477"/>
              <a:gd name="connsiteX0" fmla="*/ 0 w 366998"/>
              <a:gd name="connsiteY0" fmla="*/ 238125 h 1911477"/>
              <a:gd name="connsiteX1" fmla="*/ 366998 w 366998"/>
              <a:gd name="connsiteY1" fmla="*/ 0 h 1911477"/>
              <a:gd name="connsiteX2" fmla="*/ 347948 w 366998"/>
              <a:gd name="connsiteY2" fmla="*/ 1673352 h 1911477"/>
              <a:gd name="connsiteX3" fmla="*/ 0 w 366998"/>
              <a:gd name="connsiteY3" fmla="*/ 1911477 h 1911477"/>
              <a:gd name="connsiteX4" fmla="*/ 0 w 366998"/>
              <a:gd name="connsiteY4" fmla="*/ 238125 h 1911477"/>
              <a:gd name="connsiteX0" fmla="*/ 0 w 366998"/>
              <a:gd name="connsiteY0" fmla="*/ 238125 h 1911477"/>
              <a:gd name="connsiteX1" fmla="*/ 366998 w 366998"/>
              <a:gd name="connsiteY1" fmla="*/ 0 h 1911477"/>
              <a:gd name="connsiteX2" fmla="*/ 366998 w 366998"/>
              <a:gd name="connsiteY2" fmla="*/ 1679702 h 1911477"/>
              <a:gd name="connsiteX3" fmla="*/ 0 w 366998"/>
              <a:gd name="connsiteY3" fmla="*/ 1911477 h 1911477"/>
              <a:gd name="connsiteX4" fmla="*/ 0 w 366998"/>
              <a:gd name="connsiteY4" fmla="*/ 238125 h 191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6998" h="1911477">
                <a:moveTo>
                  <a:pt x="0" y="238125"/>
                </a:moveTo>
                <a:lnTo>
                  <a:pt x="366998" y="0"/>
                </a:lnTo>
                <a:lnTo>
                  <a:pt x="366998" y="1679702"/>
                </a:lnTo>
                <a:lnTo>
                  <a:pt x="0" y="1911477"/>
                </a:lnTo>
                <a:lnTo>
                  <a:pt x="0" y="238125"/>
                </a:lnTo>
                <a:close/>
              </a:path>
            </a:pathLst>
          </a:custGeom>
          <a:solidFill>
            <a:srgbClr val="265A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9708" y="945246"/>
            <a:ext cx="2919741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</a:rPr>
              <a:t>ADRIEN MERCIER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0124" y="3104073"/>
            <a:ext cx="952651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ATOUTS</a:t>
            </a:r>
            <a:endParaRPr sz="1000" spc="100" dirty="0">
              <a:latin typeface="Verlag Bold" pitchFamily="50" charset="0"/>
              <a:ea typeface="Roboto Thin" pitchFamily="2" charset="0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8134" y="4487853"/>
            <a:ext cx="2751967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EXPÉRIENCES  PRO</a:t>
            </a:r>
            <a:r>
              <a:rPr lang="en-US"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FE</a:t>
            </a: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SSIONNELLES </a:t>
            </a:r>
            <a:endParaRPr sz="1000" spc="100" dirty="0">
              <a:latin typeface="Verlag Bold" pitchFamily="50" charset="0"/>
              <a:ea typeface="Roboto Thin" pitchFamily="2" charset="0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1239" y="4247038"/>
            <a:ext cx="110622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FORMATIONS</a:t>
            </a:r>
            <a:endParaRPr sz="1000" spc="100" dirty="0">
              <a:latin typeface="Verlag Bold" pitchFamily="50" charset="0"/>
              <a:ea typeface="Roboto Thin" pitchFamily="2" charset="0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1239" y="6301398"/>
            <a:ext cx="1711069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PROFIL  &amp;  OBJECTIFS</a:t>
            </a:r>
            <a:endParaRPr sz="1000" spc="100" dirty="0">
              <a:latin typeface="Verlag Bold" pitchFamily="50" charset="0"/>
              <a:ea typeface="Roboto Thin" pitchFamily="2" charset="0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81239" y="7926664"/>
            <a:ext cx="1697469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CERTIFI</a:t>
            </a:r>
            <a:r>
              <a:rPr lang="en-US"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CAT</a:t>
            </a: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IONS</a:t>
            </a:r>
            <a:endParaRPr sz="1000" spc="100" dirty="0">
              <a:latin typeface="Verlag Bold" pitchFamily="50" charset="0"/>
              <a:ea typeface="Roboto Thin" pitchFamily="2" charset="0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1239" y="9164068"/>
            <a:ext cx="823015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IN</a:t>
            </a:r>
            <a:r>
              <a:rPr lang="en-US"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T</a:t>
            </a:r>
            <a:r>
              <a:rPr sz="1000" spc="100" dirty="0">
                <a:solidFill>
                  <a:srgbClr val="265A86"/>
                </a:solidFill>
                <a:latin typeface="Verlag Bold" pitchFamily="50" charset="0"/>
                <a:ea typeface="Roboto Thin" pitchFamily="2" charset="0"/>
                <a:cs typeface="Lucida Sans Unicode"/>
              </a:rPr>
              <a:t>ÉRÊTS</a:t>
            </a:r>
            <a:endParaRPr sz="1000" spc="100" dirty="0">
              <a:latin typeface="Verlag Bold" pitchFamily="50" charset="0"/>
              <a:ea typeface="Roboto Thin" pitchFamily="2" charset="0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0573" y="1354743"/>
            <a:ext cx="445287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41404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INGÉNIEUR D’AFFAIRES - KEY ACCOUNT MANAGER +12 ANS D’EXPÉRIENCE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r>
              <a:rPr sz="1000" i="1" dirty="0">
                <a:solidFill>
                  <a:srgbClr val="41404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Dynamique, Organisé, Goût de la performance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7843" y="1842312"/>
            <a:ext cx="134874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41404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+336 74 11 36 35</a:t>
            </a:r>
            <a:endParaRPr sz="95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6669" y="1839085"/>
            <a:ext cx="1492885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41404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adrien.mercier@gmail.com</a:t>
            </a:r>
            <a:endParaRPr sz="95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39709" y="1718804"/>
            <a:ext cx="4178935" cy="0"/>
          </a:xfrm>
          <a:custGeom>
            <a:avLst/>
            <a:gdLst/>
            <a:ahLst/>
            <a:cxnLst/>
            <a:rect l="l" t="t" r="r" b="b"/>
            <a:pathLst>
              <a:path w="4178934">
                <a:moveTo>
                  <a:pt x="0" y="0"/>
                </a:moveTo>
                <a:lnTo>
                  <a:pt x="4178312" y="0"/>
                </a:lnTo>
              </a:path>
            </a:pathLst>
          </a:custGeom>
          <a:ln w="6350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46701" y="1888333"/>
            <a:ext cx="102870" cy="1057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64940" y="1900942"/>
            <a:ext cx="101641" cy="7085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5880" y="2124523"/>
            <a:ext cx="84797" cy="1150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61866" y="2118709"/>
            <a:ext cx="107784" cy="9950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456772" y="4109001"/>
            <a:ext cx="6646545" cy="0"/>
          </a:xfrm>
          <a:custGeom>
            <a:avLst/>
            <a:gdLst/>
            <a:ahLst/>
            <a:cxnLst/>
            <a:rect l="l" t="t" r="r" b="b"/>
            <a:pathLst>
              <a:path w="6646545">
                <a:moveTo>
                  <a:pt x="0" y="0"/>
                </a:moveTo>
                <a:lnTo>
                  <a:pt x="6646024" y="0"/>
                </a:lnTo>
              </a:path>
            </a:pathLst>
          </a:custGeom>
          <a:ln w="3175">
            <a:solidFill>
              <a:srgbClr val="C8DBEC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13400" y="4110583"/>
            <a:ext cx="0" cy="6124575"/>
          </a:xfrm>
          <a:custGeom>
            <a:avLst/>
            <a:gdLst/>
            <a:ahLst/>
            <a:cxnLst/>
            <a:rect l="l" t="t" r="r" b="b"/>
            <a:pathLst>
              <a:path h="6124575">
                <a:moveTo>
                  <a:pt x="0" y="6124219"/>
                </a:moveTo>
                <a:lnTo>
                  <a:pt x="0" y="0"/>
                </a:lnTo>
              </a:path>
            </a:pathLst>
          </a:custGeom>
          <a:ln w="3175">
            <a:solidFill>
              <a:srgbClr val="C8DBEC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58135" y="5327708"/>
            <a:ext cx="0" cy="1035685"/>
          </a:xfrm>
          <a:custGeom>
            <a:avLst/>
            <a:gdLst/>
            <a:ahLst/>
            <a:cxnLst/>
            <a:rect l="l" t="t" r="r" b="b"/>
            <a:pathLst>
              <a:path h="1035685">
                <a:moveTo>
                  <a:pt x="0" y="1035075"/>
                </a:moveTo>
                <a:lnTo>
                  <a:pt x="0" y="0"/>
                </a:lnTo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21" name="object 21"/>
          <p:cNvSpPr/>
          <p:nvPr/>
        </p:nvSpPr>
        <p:spPr>
          <a:xfrm flipH="1">
            <a:off x="4717741" y="5234896"/>
            <a:ext cx="45719" cy="265176"/>
          </a:xfrm>
          <a:custGeom>
            <a:avLst/>
            <a:gdLst/>
            <a:ahLst/>
            <a:cxnLst/>
            <a:rect l="l" t="t" r="r" b="b"/>
            <a:pathLst>
              <a:path h="192404">
                <a:moveTo>
                  <a:pt x="0" y="192049"/>
                </a:moveTo>
                <a:lnTo>
                  <a:pt x="0" y="0"/>
                </a:lnTo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58135" y="6675935"/>
            <a:ext cx="0" cy="1281430"/>
          </a:xfrm>
          <a:custGeom>
            <a:avLst/>
            <a:gdLst/>
            <a:ahLst/>
            <a:cxnLst/>
            <a:rect l="l" t="t" r="r" b="b"/>
            <a:pathLst>
              <a:path h="1281429">
                <a:moveTo>
                  <a:pt x="0" y="1281188"/>
                </a:moveTo>
                <a:lnTo>
                  <a:pt x="0" y="0"/>
                </a:lnTo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8135" y="8279893"/>
            <a:ext cx="0" cy="934719"/>
          </a:xfrm>
          <a:custGeom>
            <a:avLst/>
            <a:gdLst/>
            <a:ahLst/>
            <a:cxnLst/>
            <a:rect l="l" t="t" r="r" b="b"/>
            <a:pathLst>
              <a:path h="934720">
                <a:moveTo>
                  <a:pt x="0" y="934529"/>
                </a:moveTo>
                <a:lnTo>
                  <a:pt x="0" y="0"/>
                </a:lnTo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58135" y="9533641"/>
            <a:ext cx="0" cy="553085"/>
          </a:xfrm>
          <a:custGeom>
            <a:avLst/>
            <a:gdLst/>
            <a:ahLst/>
            <a:cxnLst/>
            <a:rect l="l" t="t" r="r" b="b"/>
            <a:pathLst>
              <a:path h="553084">
                <a:moveTo>
                  <a:pt x="0" y="552818"/>
                </a:moveTo>
                <a:lnTo>
                  <a:pt x="0" y="0"/>
                </a:lnTo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72380" y="3360535"/>
            <a:ext cx="113157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18235" algn="l"/>
              </a:tabLst>
            </a:pPr>
            <a:r>
              <a:rPr sz="1000" u="sng" dirty="0">
                <a:solidFill>
                  <a:srgbClr val="8C8E90"/>
                </a:solidFill>
                <a:uFill>
                  <a:solidFill>
                    <a:srgbClr val="265A86"/>
                  </a:solidFill>
                </a:uFill>
                <a:latin typeface="Roboto Thin" pitchFamily="2" charset="0"/>
                <a:ea typeface="Roboto Thin" pitchFamily="2" charset="0"/>
                <a:cs typeface="Roboto Th"/>
              </a:rPr>
              <a:t> 	</a:t>
            </a:r>
            <a:endParaRPr sz="100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5932" y="3342519"/>
            <a:ext cx="535940" cy="666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</a:pPr>
            <a:r>
              <a:rPr sz="10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Anglais  Italien  Espagnol</a:t>
            </a:r>
            <a:endParaRPr sz="10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64043" y="3385229"/>
            <a:ext cx="102298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sz="10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Pack Office</a:t>
            </a:r>
            <a:endParaRPr sz="10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CRM ACT! (SAGE)</a:t>
            </a:r>
            <a:endParaRPr sz="10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SalesForce.com</a:t>
            </a:r>
            <a:endParaRPr sz="10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50760" y="6567471"/>
            <a:ext cx="2161540" cy="10640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Responsable commercial expérimenté et  technicien qualifié, mes différentes expériences  dans le secteur de la santé m’ont appris à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 marR="66675">
              <a:lnSpc>
                <a:spcPct val="125000"/>
              </a:lnSpc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faire preuve d’une grande rigueur. Je suis à la  recherche d’un nouveau défi et saurai valoriser  mes compétences et faire preuve d’innovation  pour conquérir de nouveaux marchés.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50760" y="8177793"/>
            <a:ext cx="2054860" cy="6206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Certification SalesForce.com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Strategic Selling : Miller Heiman Alumni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Certification Ethics &amp; Compliance : The Legal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Knowledge Co.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36497" y="9486545"/>
            <a:ext cx="4064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Fitness</a:t>
            </a:r>
            <a:endParaRPr lang="en-GB" sz="800" dirty="0">
              <a:solidFill>
                <a:srgbClr val="8C8E90"/>
              </a:solidFill>
              <a:latin typeface="Roboto Thin" pitchFamily="2" charset="0"/>
              <a:ea typeface="Roboto Thin" pitchFamily="2" charset="0"/>
              <a:cs typeface="Roboto Th"/>
            </a:endParaRPr>
          </a:p>
          <a:p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 marR="5080"/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Voyages  </a:t>
            </a:r>
            <a:endParaRPr lang="en-GB" sz="800" dirty="0">
              <a:solidFill>
                <a:srgbClr val="8C8E90"/>
              </a:solidFill>
              <a:latin typeface="Roboto Thin" pitchFamily="2" charset="0"/>
              <a:ea typeface="Roboto Thin" pitchFamily="2" charset="0"/>
              <a:cs typeface="Roboto Th"/>
            </a:endParaRPr>
          </a:p>
          <a:p>
            <a:pPr marR="5080"/>
            <a:endParaRPr lang="en-US" sz="800" dirty="0">
              <a:solidFill>
                <a:srgbClr val="8C8E90"/>
              </a:solidFill>
              <a:latin typeface="Roboto Thin" pitchFamily="2" charset="0"/>
              <a:ea typeface="Roboto Thin" pitchFamily="2" charset="0"/>
              <a:cs typeface="Roboto Th"/>
            </a:endParaRPr>
          </a:p>
          <a:p>
            <a:pPr marR="5080"/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Théâtre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57450" y="4893758"/>
            <a:ext cx="2841625" cy="13207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45440">
              <a:lnSpc>
                <a:spcPts val="1100"/>
              </a:lnSpc>
              <a:spcBef>
                <a:spcPts val="219"/>
              </a:spcBef>
            </a:pPr>
            <a:r>
              <a:rPr sz="1000" dirty="0">
                <a:solidFill>
                  <a:srgbClr val="41404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Ingénieur d’Affaires France / Europe du Sud  Entreprise XXX Division Ibis Biosciences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800" i="1" dirty="0">
                <a:solidFill>
                  <a:srgbClr val="B2B9CD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Paris</a:t>
            </a:r>
            <a:endParaRPr sz="80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5080" indent="-139700" algn="just">
              <a:lnSpc>
                <a:spcPct val="104200"/>
              </a:lnSpc>
              <a:spcBef>
                <a:spcPts val="359"/>
              </a:spcBef>
              <a:buChar char="•"/>
              <a:tabLst>
                <a:tab pos="151765" algn="l"/>
              </a:tabLst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Lancer une nouvelle plateforme (instruments &amp; réactifs)  </a:t>
            </a:r>
            <a:r>
              <a:rPr lang="en-GB"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	</a:t>
            </a:r>
            <a:r>
              <a:rPr lang="fr-FR"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associant PCR &amp; </a:t>
            </a:r>
            <a:r>
              <a:rPr lang="fr-FR" sz="800" dirty="0" err="1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Spectométrie</a:t>
            </a:r>
            <a:r>
              <a:rPr lang="fr-FR"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 de masse à destination des  l	</a:t>
            </a:r>
            <a:r>
              <a:rPr lang="fr-FR" sz="800" dirty="0" err="1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aboratoires</a:t>
            </a:r>
            <a:r>
              <a:rPr lang="fr-FR"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 de bactériologie, virologie &amp; mycologie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 marR="5080" algn="just">
              <a:lnSpc>
                <a:spcPct val="104200"/>
              </a:lnSpc>
              <a:spcBef>
                <a:spcPts val="500"/>
              </a:spcBef>
            </a:pPr>
            <a:r>
              <a:rPr sz="800" dirty="0">
                <a:solidFill>
                  <a:srgbClr val="8C8E9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Lt"/>
              </a:rPr>
              <a:t>Réussite : </a:t>
            </a: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Installation de 4 plateformes (1 FR, 1 BEL et 2 ITA),  construction d’un modèle économie, mise en place d’une  nouvelle stratégie marketing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57450" y="6355379"/>
            <a:ext cx="2842260" cy="144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544320">
              <a:lnSpc>
                <a:spcPts val="1100"/>
              </a:lnSpc>
              <a:spcBef>
                <a:spcPts val="219"/>
              </a:spcBef>
            </a:pPr>
            <a:r>
              <a:rPr sz="1000" dirty="0">
                <a:solidFill>
                  <a:srgbClr val="41404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Responsable Régional  Entreprise XXX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800" i="1" dirty="0">
                <a:solidFill>
                  <a:srgbClr val="B2B9CD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Paris</a:t>
            </a:r>
            <a:endParaRPr sz="80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5715" indent="-139700">
              <a:lnSpc>
                <a:spcPct val="104200"/>
              </a:lnSpc>
              <a:spcBef>
                <a:spcPts val="359"/>
              </a:spcBef>
              <a:buChar char="•"/>
              <a:tabLst>
                <a:tab pos="151765" algn="l"/>
              </a:tabLst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Développer les ventes (Instruments &amp; Réactfs PCR) pour </a:t>
            </a:r>
            <a:r>
              <a:rPr sz="800" dirty="0" err="1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une</a:t>
            </a: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  </a:t>
            </a:r>
            <a:r>
              <a:rPr lang="en-GB"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	</a:t>
            </a:r>
            <a:r>
              <a:rPr lang="en-US" sz="800" dirty="0" err="1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c</a:t>
            </a:r>
            <a:r>
              <a:rPr sz="800" dirty="0" err="1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lientèle</a:t>
            </a: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 de biologistes publiques et privées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 marR="5715" indent="-139700">
              <a:lnSpc>
                <a:spcPct val="104200"/>
              </a:lnSpc>
              <a:buChar char="•"/>
              <a:tabLst>
                <a:tab pos="151765" algn="l"/>
              </a:tabLst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Gérer et développer les gammes Oncologie, IST, Maladies  </a:t>
            </a:r>
            <a:r>
              <a:rPr lang="en-US"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I</a:t>
            </a:r>
            <a:r>
              <a:rPr lang="en-GB"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	</a:t>
            </a:r>
            <a:r>
              <a:rPr sz="800" dirty="0" err="1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nfectieuses</a:t>
            </a: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, Génétique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 marR="5080" algn="just">
              <a:lnSpc>
                <a:spcPct val="104200"/>
              </a:lnSpc>
              <a:spcBef>
                <a:spcPts val="495"/>
              </a:spcBef>
            </a:pPr>
            <a:r>
              <a:rPr sz="800" dirty="0">
                <a:solidFill>
                  <a:srgbClr val="8C8E9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Lt"/>
              </a:rPr>
              <a:t>Réussite : </a:t>
            </a: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Évolution de 100 k€ de vente en 2010 et 900 k€ en  2014, 21 nouveaux clients en portefeuille, augmentation du  nombre de tests différents utilisés par compte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57450" y="7965740"/>
            <a:ext cx="2841625" cy="10597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992505">
              <a:lnSpc>
                <a:spcPts val="1100"/>
              </a:lnSpc>
              <a:spcBef>
                <a:spcPts val="219"/>
              </a:spcBef>
            </a:pPr>
            <a:r>
              <a:rPr sz="1000" dirty="0">
                <a:solidFill>
                  <a:srgbClr val="41404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Responsable Commercial Ouest  Entreprise XXX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800" i="1" dirty="0">
                <a:solidFill>
                  <a:srgbClr val="B2B9CD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Paris</a:t>
            </a:r>
            <a:endParaRPr sz="80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indent="-139065">
              <a:lnSpc>
                <a:spcPct val="100000"/>
              </a:lnSpc>
              <a:spcBef>
                <a:spcPts val="400"/>
              </a:spcBef>
              <a:buChar char="•"/>
              <a:tabLst>
                <a:tab pos="151765" algn="l"/>
              </a:tabLst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Gérer le portefeuille client et assurer la prospection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 marR="5080" algn="just">
              <a:lnSpc>
                <a:spcPct val="104200"/>
              </a:lnSpc>
              <a:spcBef>
                <a:spcPts val="500"/>
              </a:spcBef>
            </a:pPr>
            <a:r>
              <a:rPr sz="800" dirty="0">
                <a:solidFill>
                  <a:srgbClr val="8C8E9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Lt"/>
              </a:rPr>
              <a:t>Réussite : </a:t>
            </a: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Atteinte des objectifs  avec 500 k€  de CA de vente  en ligne, forte croissance sur la vente de consommables et  d’instruments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57450" y="9208493"/>
            <a:ext cx="2673350" cy="741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ts val="1100"/>
              </a:lnSpc>
              <a:spcBef>
                <a:spcPts val="220"/>
              </a:spcBef>
            </a:pPr>
            <a:r>
              <a:rPr sz="1000" dirty="0">
                <a:solidFill>
                  <a:srgbClr val="41404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Responsable Export EU / Produits Vétérinaires  Entreprise XXX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800" i="1" dirty="0">
                <a:solidFill>
                  <a:srgbClr val="B2B9CD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Londres</a:t>
            </a:r>
            <a:endParaRPr sz="80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indent="-139065">
              <a:lnSpc>
                <a:spcPct val="100000"/>
              </a:lnSpc>
              <a:spcBef>
                <a:spcPts val="400"/>
              </a:spcBef>
              <a:buChar char="•"/>
              <a:tabLst>
                <a:tab pos="151765" algn="l"/>
              </a:tabLst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Gérer le portefeuille client existant (Royaume-Uni)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 indent="-139065">
              <a:lnSpc>
                <a:spcPct val="100000"/>
              </a:lnSpc>
              <a:spcBef>
                <a:spcPts val="40"/>
              </a:spcBef>
              <a:buChar char="•"/>
              <a:tabLst>
                <a:tab pos="151765" algn="l"/>
              </a:tabLst>
            </a:pPr>
            <a:r>
              <a:rPr sz="8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Prospecter de nouveaux marchés (Italie et Irlande)</a:t>
            </a:r>
            <a:endParaRPr sz="8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87202" y="4660203"/>
            <a:ext cx="1960245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41404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ECOLE XXX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5080">
              <a:lnSpc>
                <a:spcPct val="100000"/>
              </a:lnSpc>
            </a:pPr>
            <a:r>
              <a:rPr sz="10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Master en Marketing et Gestion des  Entreprises</a:t>
            </a:r>
            <a:endParaRPr sz="1000" dirty="0">
              <a:latin typeface="Roboto Thin" pitchFamily="2" charset="0"/>
              <a:ea typeface="Roboto Thin" pitchFamily="2" charset="0"/>
              <a:cs typeface="Roboto Th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i="1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Stage de fin d’études en Chine</a:t>
            </a:r>
            <a:endParaRPr sz="10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87202" y="5518074"/>
            <a:ext cx="1745995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41404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ECOLE XXX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5080">
              <a:lnSpc>
                <a:spcPct val="100000"/>
              </a:lnSpc>
            </a:pPr>
            <a:r>
              <a:rPr sz="1000" dirty="0">
                <a:solidFill>
                  <a:srgbClr val="8C8E90"/>
                </a:solidFill>
                <a:latin typeface="Roboto Thin" pitchFamily="2" charset="0"/>
                <a:ea typeface="Roboto Thin" pitchFamily="2" charset="0"/>
                <a:cs typeface="Roboto Th"/>
              </a:rPr>
              <a:t>Brevet de Technicien Supérieur  Commerce International</a:t>
            </a:r>
            <a:endParaRPr sz="1000" dirty="0">
              <a:latin typeface="Roboto Thin" pitchFamily="2" charset="0"/>
              <a:ea typeface="Roboto Thin" pitchFamily="2" charset="0"/>
              <a:cs typeface="Roboto 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78636" y="3278695"/>
            <a:ext cx="3874770" cy="6101080"/>
          </a:xfrm>
          <a:custGeom>
            <a:avLst/>
            <a:gdLst/>
            <a:ahLst/>
            <a:cxnLst/>
            <a:rect l="l" t="t" r="r" b="b"/>
            <a:pathLst>
              <a:path w="3874770" h="6101080">
                <a:moveTo>
                  <a:pt x="52019" y="1379016"/>
                </a:moveTo>
                <a:lnTo>
                  <a:pt x="0" y="1379016"/>
                </a:lnTo>
                <a:lnTo>
                  <a:pt x="0" y="1424736"/>
                </a:lnTo>
                <a:lnTo>
                  <a:pt x="52019" y="1379016"/>
                </a:lnTo>
                <a:close/>
              </a:path>
              <a:path w="3874770" h="6101080">
                <a:moveTo>
                  <a:pt x="52019" y="0"/>
                </a:moveTo>
                <a:lnTo>
                  <a:pt x="0" y="0"/>
                </a:lnTo>
                <a:lnTo>
                  <a:pt x="0" y="45720"/>
                </a:lnTo>
                <a:lnTo>
                  <a:pt x="52019" y="0"/>
                </a:lnTo>
                <a:close/>
              </a:path>
              <a:path w="3874770" h="6101080">
                <a:moveTo>
                  <a:pt x="3874668" y="6055233"/>
                </a:moveTo>
                <a:lnTo>
                  <a:pt x="3822649" y="6055233"/>
                </a:lnTo>
                <a:lnTo>
                  <a:pt x="3822649" y="6100953"/>
                </a:lnTo>
                <a:lnTo>
                  <a:pt x="3874668" y="6055233"/>
                </a:lnTo>
                <a:close/>
              </a:path>
              <a:path w="3874770" h="6101080">
                <a:moveTo>
                  <a:pt x="3874668" y="4823117"/>
                </a:moveTo>
                <a:lnTo>
                  <a:pt x="3822649" y="4823117"/>
                </a:lnTo>
                <a:lnTo>
                  <a:pt x="3822649" y="4868837"/>
                </a:lnTo>
                <a:lnTo>
                  <a:pt x="3874668" y="4823117"/>
                </a:lnTo>
                <a:close/>
              </a:path>
              <a:path w="3874770" h="6101080">
                <a:moveTo>
                  <a:pt x="3874668" y="3192653"/>
                </a:moveTo>
                <a:lnTo>
                  <a:pt x="3822649" y="3192653"/>
                </a:lnTo>
                <a:lnTo>
                  <a:pt x="3822649" y="3238373"/>
                </a:lnTo>
                <a:lnTo>
                  <a:pt x="3874668" y="3192653"/>
                </a:lnTo>
                <a:close/>
              </a:path>
              <a:path w="3874770" h="6101080">
                <a:moveTo>
                  <a:pt x="3874668" y="1145463"/>
                </a:moveTo>
                <a:lnTo>
                  <a:pt x="3822649" y="1145463"/>
                </a:lnTo>
                <a:lnTo>
                  <a:pt x="3822649" y="1191183"/>
                </a:lnTo>
                <a:lnTo>
                  <a:pt x="3874668" y="1145463"/>
                </a:lnTo>
                <a:close/>
              </a:path>
            </a:pathLst>
          </a:custGeom>
          <a:solidFill>
            <a:srgbClr val="265A86"/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32876" y="3419162"/>
            <a:ext cx="1152525" cy="76835"/>
          </a:xfrm>
          <a:custGeom>
            <a:avLst/>
            <a:gdLst/>
            <a:ahLst/>
            <a:cxnLst/>
            <a:rect l="l" t="t" r="r" b="b"/>
            <a:pathLst>
              <a:path w="1152525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114069" y="76619"/>
                </a:lnTo>
                <a:lnTo>
                  <a:pt x="1128982" y="73607"/>
                </a:lnTo>
                <a:lnTo>
                  <a:pt x="1141161" y="65395"/>
                </a:lnTo>
                <a:lnTo>
                  <a:pt x="1149373" y="53216"/>
                </a:lnTo>
                <a:lnTo>
                  <a:pt x="1152385" y="38303"/>
                </a:lnTo>
                <a:lnTo>
                  <a:pt x="1149373" y="23392"/>
                </a:lnTo>
                <a:lnTo>
                  <a:pt x="1141161" y="11217"/>
                </a:lnTo>
                <a:lnTo>
                  <a:pt x="1128982" y="3009"/>
                </a:lnTo>
                <a:lnTo>
                  <a:pt x="1114069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661688" y="3654589"/>
            <a:ext cx="1152525" cy="76835"/>
          </a:xfrm>
          <a:custGeom>
            <a:avLst/>
            <a:gdLst/>
            <a:ahLst/>
            <a:cxnLst/>
            <a:rect l="l" t="t" r="r" b="b"/>
            <a:pathLst>
              <a:path w="1152525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114069" y="76619"/>
                </a:lnTo>
                <a:lnTo>
                  <a:pt x="1128982" y="73607"/>
                </a:lnTo>
                <a:lnTo>
                  <a:pt x="1141161" y="65395"/>
                </a:lnTo>
                <a:lnTo>
                  <a:pt x="1149373" y="53216"/>
                </a:lnTo>
                <a:lnTo>
                  <a:pt x="1152385" y="38303"/>
                </a:lnTo>
                <a:lnTo>
                  <a:pt x="1149373" y="23392"/>
                </a:lnTo>
                <a:lnTo>
                  <a:pt x="1141161" y="11217"/>
                </a:lnTo>
                <a:lnTo>
                  <a:pt x="1128982" y="3009"/>
                </a:lnTo>
                <a:lnTo>
                  <a:pt x="1114069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432876" y="3654589"/>
            <a:ext cx="1152525" cy="76835"/>
          </a:xfrm>
          <a:custGeom>
            <a:avLst/>
            <a:gdLst/>
            <a:ahLst/>
            <a:cxnLst/>
            <a:rect l="l" t="t" r="r" b="b"/>
            <a:pathLst>
              <a:path w="1152525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114069" y="76619"/>
                </a:lnTo>
                <a:lnTo>
                  <a:pt x="1128982" y="73607"/>
                </a:lnTo>
                <a:lnTo>
                  <a:pt x="1141161" y="65395"/>
                </a:lnTo>
                <a:lnTo>
                  <a:pt x="1149373" y="53216"/>
                </a:lnTo>
                <a:lnTo>
                  <a:pt x="1152385" y="38303"/>
                </a:lnTo>
                <a:lnTo>
                  <a:pt x="1149373" y="23392"/>
                </a:lnTo>
                <a:lnTo>
                  <a:pt x="1141161" y="11217"/>
                </a:lnTo>
                <a:lnTo>
                  <a:pt x="1128982" y="3009"/>
                </a:lnTo>
                <a:lnTo>
                  <a:pt x="1114069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661688" y="3881794"/>
            <a:ext cx="1152525" cy="76835"/>
          </a:xfrm>
          <a:custGeom>
            <a:avLst/>
            <a:gdLst/>
            <a:ahLst/>
            <a:cxnLst/>
            <a:rect l="l" t="t" r="r" b="b"/>
            <a:pathLst>
              <a:path w="1152525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114069" y="76619"/>
                </a:lnTo>
                <a:lnTo>
                  <a:pt x="1128982" y="73607"/>
                </a:lnTo>
                <a:lnTo>
                  <a:pt x="1141161" y="65395"/>
                </a:lnTo>
                <a:lnTo>
                  <a:pt x="1149373" y="53216"/>
                </a:lnTo>
                <a:lnTo>
                  <a:pt x="1152385" y="38303"/>
                </a:lnTo>
                <a:lnTo>
                  <a:pt x="1149373" y="23392"/>
                </a:lnTo>
                <a:lnTo>
                  <a:pt x="1141161" y="11217"/>
                </a:lnTo>
                <a:lnTo>
                  <a:pt x="1128982" y="3009"/>
                </a:lnTo>
                <a:lnTo>
                  <a:pt x="1114069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432876" y="3881794"/>
            <a:ext cx="1152525" cy="76835"/>
          </a:xfrm>
          <a:custGeom>
            <a:avLst/>
            <a:gdLst/>
            <a:ahLst/>
            <a:cxnLst/>
            <a:rect l="l" t="t" r="r" b="b"/>
            <a:pathLst>
              <a:path w="1152525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114069" y="76619"/>
                </a:lnTo>
                <a:lnTo>
                  <a:pt x="1128982" y="73607"/>
                </a:lnTo>
                <a:lnTo>
                  <a:pt x="1141161" y="65395"/>
                </a:lnTo>
                <a:lnTo>
                  <a:pt x="1149373" y="53216"/>
                </a:lnTo>
                <a:lnTo>
                  <a:pt x="1152385" y="38303"/>
                </a:lnTo>
                <a:lnTo>
                  <a:pt x="1149373" y="23392"/>
                </a:lnTo>
                <a:lnTo>
                  <a:pt x="1141161" y="11217"/>
                </a:lnTo>
                <a:lnTo>
                  <a:pt x="1128982" y="3009"/>
                </a:lnTo>
                <a:lnTo>
                  <a:pt x="1114069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80220" y="4872724"/>
            <a:ext cx="156210" cy="454025"/>
          </a:xfrm>
          <a:custGeom>
            <a:avLst/>
            <a:gdLst/>
            <a:ahLst/>
            <a:cxnLst/>
            <a:rect l="l" t="t" r="r" b="b"/>
            <a:pathLst>
              <a:path w="156209" h="454025">
                <a:moveTo>
                  <a:pt x="0" y="375488"/>
                </a:moveTo>
                <a:lnTo>
                  <a:pt x="6123" y="405814"/>
                </a:lnTo>
                <a:lnTo>
                  <a:pt x="22821" y="430580"/>
                </a:lnTo>
                <a:lnTo>
                  <a:pt x="47588" y="447279"/>
                </a:lnTo>
                <a:lnTo>
                  <a:pt x="77914" y="453402"/>
                </a:lnTo>
                <a:lnTo>
                  <a:pt x="108240" y="447279"/>
                </a:lnTo>
                <a:lnTo>
                  <a:pt x="133007" y="430580"/>
                </a:lnTo>
                <a:lnTo>
                  <a:pt x="149705" y="405814"/>
                </a:lnTo>
                <a:lnTo>
                  <a:pt x="155829" y="375488"/>
                </a:lnTo>
                <a:lnTo>
                  <a:pt x="155829" y="77914"/>
                </a:lnTo>
                <a:lnTo>
                  <a:pt x="149705" y="47588"/>
                </a:lnTo>
                <a:lnTo>
                  <a:pt x="133007" y="22821"/>
                </a:lnTo>
                <a:lnTo>
                  <a:pt x="108240" y="6123"/>
                </a:lnTo>
                <a:lnTo>
                  <a:pt x="77914" y="0"/>
                </a:lnTo>
                <a:lnTo>
                  <a:pt x="47588" y="6123"/>
                </a:lnTo>
                <a:lnTo>
                  <a:pt x="22821" y="22821"/>
                </a:lnTo>
                <a:lnTo>
                  <a:pt x="6123" y="47588"/>
                </a:lnTo>
                <a:lnTo>
                  <a:pt x="0" y="77914"/>
                </a:lnTo>
                <a:lnTo>
                  <a:pt x="0" y="375488"/>
                </a:lnTo>
                <a:close/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685545" y="4639165"/>
            <a:ext cx="156210" cy="596900"/>
          </a:xfrm>
          <a:custGeom>
            <a:avLst/>
            <a:gdLst/>
            <a:ahLst/>
            <a:cxnLst/>
            <a:rect l="l" t="t" r="r" b="b"/>
            <a:pathLst>
              <a:path w="156210" h="596900">
                <a:moveTo>
                  <a:pt x="0" y="518617"/>
                </a:moveTo>
                <a:lnTo>
                  <a:pt x="6123" y="548943"/>
                </a:lnTo>
                <a:lnTo>
                  <a:pt x="22821" y="573709"/>
                </a:lnTo>
                <a:lnTo>
                  <a:pt x="47588" y="590408"/>
                </a:lnTo>
                <a:lnTo>
                  <a:pt x="77914" y="596531"/>
                </a:lnTo>
                <a:lnTo>
                  <a:pt x="108240" y="590408"/>
                </a:lnTo>
                <a:lnTo>
                  <a:pt x="133007" y="573709"/>
                </a:lnTo>
                <a:lnTo>
                  <a:pt x="149705" y="548943"/>
                </a:lnTo>
                <a:lnTo>
                  <a:pt x="155829" y="518617"/>
                </a:lnTo>
                <a:lnTo>
                  <a:pt x="155829" y="77914"/>
                </a:lnTo>
                <a:lnTo>
                  <a:pt x="149705" y="47588"/>
                </a:lnTo>
                <a:lnTo>
                  <a:pt x="133007" y="22821"/>
                </a:lnTo>
                <a:lnTo>
                  <a:pt x="108240" y="6123"/>
                </a:lnTo>
                <a:lnTo>
                  <a:pt x="77914" y="0"/>
                </a:lnTo>
                <a:lnTo>
                  <a:pt x="47588" y="6123"/>
                </a:lnTo>
                <a:lnTo>
                  <a:pt x="22821" y="22821"/>
                </a:lnTo>
                <a:lnTo>
                  <a:pt x="6123" y="47588"/>
                </a:lnTo>
                <a:lnTo>
                  <a:pt x="0" y="77914"/>
                </a:lnTo>
                <a:lnTo>
                  <a:pt x="0" y="518617"/>
                </a:lnTo>
                <a:close/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685545" y="5494412"/>
            <a:ext cx="156210" cy="596900"/>
          </a:xfrm>
          <a:custGeom>
            <a:avLst/>
            <a:gdLst/>
            <a:ahLst/>
            <a:cxnLst/>
            <a:rect l="l" t="t" r="r" b="b"/>
            <a:pathLst>
              <a:path w="156210" h="596900">
                <a:moveTo>
                  <a:pt x="0" y="518617"/>
                </a:moveTo>
                <a:lnTo>
                  <a:pt x="6123" y="548943"/>
                </a:lnTo>
                <a:lnTo>
                  <a:pt x="22821" y="573709"/>
                </a:lnTo>
                <a:lnTo>
                  <a:pt x="47588" y="590408"/>
                </a:lnTo>
                <a:lnTo>
                  <a:pt x="77914" y="596531"/>
                </a:lnTo>
                <a:lnTo>
                  <a:pt x="108240" y="590408"/>
                </a:lnTo>
                <a:lnTo>
                  <a:pt x="133007" y="573709"/>
                </a:lnTo>
                <a:lnTo>
                  <a:pt x="149705" y="548943"/>
                </a:lnTo>
                <a:lnTo>
                  <a:pt x="155829" y="518617"/>
                </a:lnTo>
                <a:lnTo>
                  <a:pt x="155829" y="77914"/>
                </a:lnTo>
                <a:lnTo>
                  <a:pt x="149705" y="47588"/>
                </a:lnTo>
                <a:lnTo>
                  <a:pt x="133007" y="22821"/>
                </a:lnTo>
                <a:lnTo>
                  <a:pt x="108240" y="6123"/>
                </a:lnTo>
                <a:lnTo>
                  <a:pt x="77914" y="0"/>
                </a:lnTo>
                <a:lnTo>
                  <a:pt x="47588" y="6123"/>
                </a:lnTo>
                <a:lnTo>
                  <a:pt x="22821" y="22821"/>
                </a:lnTo>
                <a:lnTo>
                  <a:pt x="6123" y="47588"/>
                </a:lnTo>
                <a:lnTo>
                  <a:pt x="0" y="77914"/>
                </a:lnTo>
                <a:lnTo>
                  <a:pt x="0" y="518617"/>
                </a:lnTo>
                <a:close/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80220" y="6356478"/>
            <a:ext cx="156210" cy="318135"/>
          </a:xfrm>
          <a:custGeom>
            <a:avLst/>
            <a:gdLst/>
            <a:ahLst/>
            <a:cxnLst/>
            <a:rect l="l" t="t" r="r" b="b"/>
            <a:pathLst>
              <a:path w="156209" h="318134">
                <a:moveTo>
                  <a:pt x="0" y="239953"/>
                </a:moveTo>
                <a:lnTo>
                  <a:pt x="6123" y="270280"/>
                </a:lnTo>
                <a:lnTo>
                  <a:pt x="22821" y="295046"/>
                </a:lnTo>
                <a:lnTo>
                  <a:pt x="47588" y="311744"/>
                </a:lnTo>
                <a:lnTo>
                  <a:pt x="77914" y="317868"/>
                </a:lnTo>
                <a:lnTo>
                  <a:pt x="108240" y="311744"/>
                </a:lnTo>
                <a:lnTo>
                  <a:pt x="133007" y="295046"/>
                </a:lnTo>
                <a:lnTo>
                  <a:pt x="149705" y="270280"/>
                </a:lnTo>
                <a:lnTo>
                  <a:pt x="155829" y="239953"/>
                </a:lnTo>
                <a:lnTo>
                  <a:pt x="155829" y="77914"/>
                </a:lnTo>
                <a:lnTo>
                  <a:pt x="149705" y="47588"/>
                </a:lnTo>
                <a:lnTo>
                  <a:pt x="133007" y="22821"/>
                </a:lnTo>
                <a:lnTo>
                  <a:pt x="108240" y="6123"/>
                </a:lnTo>
                <a:lnTo>
                  <a:pt x="77914" y="0"/>
                </a:lnTo>
                <a:lnTo>
                  <a:pt x="47588" y="6123"/>
                </a:lnTo>
                <a:lnTo>
                  <a:pt x="22821" y="22821"/>
                </a:lnTo>
                <a:lnTo>
                  <a:pt x="6123" y="47588"/>
                </a:lnTo>
                <a:lnTo>
                  <a:pt x="0" y="77914"/>
                </a:lnTo>
                <a:lnTo>
                  <a:pt x="0" y="239953"/>
                </a:lnTo>
                <a:close/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80220" y="7958710"/>
            <a:ext cx="156210" cy="318135"/>
          </a:xfrm>
          <a:custGeom>
            <a:avLst/>
            <a:gdLst/>
            <a:ahLst/>
            <a:cxnLst/>
            <a:rect l="l" t="t" r="r" b="b"/>
            <a:pathLst>
              <a:path w="156209" h="318134">
                <a:moveTo>
                  <a:pt x="0" y="239953"/>
                </a:moveTo>
                <a:lnTo>
                  <a:pt x="6123" y="270280"/>
                </a:lnTo>
                <a:lnTo>
                  <a:pt x="22821" y="295046"/>
                </a:lnTo>
                <a:lnTo>
                  <a:pt x="47588" y="311744"/>
                </a:lnTo>
                <a:lnTo>
                  <a:pt x="77914" y="317868"/>
                </a:lnTo>
                <a:lnTo>
                  <a:pt x="108240" y="311744"/>
                </a:lnTo>
                <a:lnTo>
                  <a:pt x="133007" y="295046"/>
                </a:lnTo>
                <a:lnTo>
                  <a:pt x="149705" y="270280"/>
                </a:lnTo>
                <a:lnTo>
                  <a:pt x="155829" y="239953"/>
                </a:lnTo>
                <a:lnTo>
                  <a:pt x="155829" y="77914"/>
                </a:lnTo>
                <a:lnTo>
                  <a:pt x="149705" y="47588"/>
                </a:lnTo>
                <a:lnTo>
                  <a:pt x="133007" y="22821"/>
                </a:lnTo>
                <a:lnTo>
                  <a:pt x="108240" y="6123"/>
                </a:lnTo>
                <a:lnTo>
                  <a:pt x="77914" y="0"/>
                </a:lnTo>
                <a:lnTo>
                  <a:pt x="47588" y="6123"/>
                </a:lnTo>
                <a:lnTo>
                  <a:pt x="22821" y="22821"/>
                </a:lnTo>
                <a:lnTo>
                  <a:pt x="6123" y="47588"/>
                </a:lnTo>
                <a:lnTo>
                  <a:pt x="0" y="77914"/>
                </a:lnTo>
                <a:lnTo>
                  <a:pt x="0" y="239953"/>
                </a:lnTo>
                <a:close/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80220" y="9216010"/>
            <a:ext cx="156210" cy="318135"/>
          </a:xfrm>
          <a:custGeom>
            <a:avLst/>
            <a:gdLst/>
            <a:ahLst/>
            <a:cxnLst/>
            <a:rect l="l" t="t" r="r" b="b"/>
            <a:pathLst>
              <a:path w="156209" h="318134">
                <a:moveTo>
                  <a:pt x="0" y="239953"/>
                </a:moveTo>
                <a:lnTo>
                  <a:pt x="6123" y="270280"/>
                </a:lnTo>
                <a:lnTo>
                  <a:pt x="22821" y="295046"/>
                </a:lnTo>
                <a:lnTo>
                  <a:pt x="47588" y="311744"/>
                </a:lnTo>
                <a:lnTo>
                  <a:pt x="77914" y="317868"/>
                </a:lnTo>
                <a:lnTo>
                  <a:pt x="108240" y="311744"/>
                </a:lnTo>
                <a:lnTo>
                  <a:pt x="133007" y="295046"/>
                </a:lnTo>
                <a:lnTo>
                  <a:pt x="149705" y="270280"/>
                </a:lnTo>
                <a:lnTo>
                  <a:pt x="155829" y="239953"/>
                </a:lnTo>
                <a:lnTo>
                  <a:pt x="155829" y="77914"/>
                </a:lnTo>
                <a:lnTo>
                  <a:pt x="149705" y="47588"/>
                </a:lnTo>
                <a:lnTo>
                  <a:pt x="133007" y="22821"/>
                </a:lnTo>
                <a:lnTo>
                  <a:pt x="108240" y="6123"/>
                </a:lnTo>
                <a:lnTo>
                  <a:pt x="77914" y="0"/>
                </a:lnTo>
                <a:lnTo>
                  <a:pt x="47588" y="6123"/>
                </a:lnTo>
                <a:lnTo>
                  <a:pt x="22821" y="22821"/>
                </a:lnTo>
                <a:lnTo>
                  <a:pt x="6123" y="47588"/>
                </a:lnTo>
                <a:lnTo>
                  <a:pt x="0" y="77914"/>
                </a:lnTo>
                <a:lnTo>
                  <a:pt x="0" y="239953"/>
                </a:lnTo>
                <a:close/>
              </a:path>
            </a:pathLst>
          </a:custGeom>
          <a:ln w="3175">
            <a:solidFill>
              <a:srgbClr val="8C8E90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661680" y="3419170"/>
            <a:ext cx="3720465" cy="76835"/>
          </a:xfrm>
          <a:custGeom>
            <a:avLst/>
            <a:gdLst/>
            <a:ahLst/>
            <a:cxnLst/>
            <a:rect l="l" t="t" r="r" b="b"/>
            <a:pathLst>
              <a:path w="3720465" h="76835">
                <a:moveTo>
                  <a:pt x="1152385" y="38303"/>
                </a:moveTo>
                <a:lnTo>
                  <a:pt x="1149375" y="23393"/>
                </a:lnTo>
                <a:lnTo>
                  <a:pt x="1141158" y="11214"/>
                </a:lnTo>
                <a:lnTo>
                  <a:pt x="1128979" y="3009"/>
                </a:lnTo>
                <a:lnTo>
                  <a:pt x="1114069" y="0"/>
                </a:lnTo>
                <a:lnTo>
                  <a:pt x="38303" y="0"/>
                </a:lnTo>
                <a:lnTo>
                  <a:pt x="23393" y="3009"/>
                </a:lnTo>
                <a:lnTo>
                  <a:pt x="11214" y="11214"/>
                </a:lnTo>
                <a:lnTo>
                  <a:pt x="3009" y="23393"/>
                </a:lnTo>
                <a:lnTo>
                  <a:pt x="0" y="38303"/>
                </a:lnTo>
                <a:lnTo>
                  <a:pt x="3009" y="53213"/>
                </a:lnTo>
                <a:lnTo>
                  <a:pt x="11214" y="65392"/>
                </a:lnTo>
                <a:lnTo>
                  <a:pt x="23393" y="73609"/>
                </a:lnTo>
                <a:lnTo>
                  <a:pt x="38303" y="76619"/>
                </a:lnTo>
                <a:lnTo>
                  <a:pt x="1114069" y="76619"/>
                </a:lnTo>
                <a:lnTo>
                  <a:pt x="1128979" y="73609"/>
                </a:lnTo>
                <a:lnTo>
                  <a:pt x="1141158" y="65392"/>
                </a:lnTo>
                <a:lnTo>
                  <a:pt x="1149375" y="53213"/>
                </a:lnTo>
                <a:lnTo>
                  <a:pt x="1152385" y="38303"/>
                </a:lnTo>
                <a:close/>
              </a:path>
              <a:path w="3720465" h="76835">
                <a:moveTo>
                  <a:pt x="3719906" y="38303"/>
                </a:moveTo>
                <a:lnTo>
                  <a:pt x="3716896" y="23393"/>
                </a:lnTo>
                <a:lnTo>
                  <a:pt x="3708692" y="11214"/>
                </a:lnTo>
                <a:lnTo>
                  <a:pt x="3696512" y="3009"/>
                </a:lnTo>
                <a:lnTo>
                  <a:pt x="3681603" y="0"/>
                </a:lnTo>
                <a:lnTo>
                  <a:pt x="2809494" y="0"/>
                </a:lnTo>
                <a:lnTo>
                  <a:pt x="2794584" y="3009"/>
                </a:lnTo>
                <a:lnTo>
                  <a:pt x="2782405" y="11214"/>
                </a:lnTo>
                <a:lnTo>
                  <a:pt x="2774200" y="23393"/>
                </a:lnTo>
                <a:lnTo>
                  <a:pt x="2771190" y="38303"/>
                </a:lnTo>
                <a:lnTo>
                  <a:pt x="2774200" y="53213"/>
                </a:lnTo>
                <a:lnTo>
                  <a:pt x="2782405" y="65392"/>
                </a:lnTo>
                <a:lnTo>
                  <a:pt x="2794584" y="73609"/>
                </a:lnTo>
                <a:lnTo>
                  <a:pt x="2809494" y="76619"/>
                </a:lnTo>
                <a:lnTo>
                  <a:pt x="3681603" y="76619"/>
                </a:lnTo>
                <a:lnTo>
                  <a:pt x="3696512" y="73609"/>
                </a:lnTo>
                <a:lnTo>
                  <a:pt x="3708692" y="65392"/>
                </a:lnTo>
                <a:lnTo>
                  <a:pt x="3716896" y="53213"/>
                </a:lnTo>
                <a:lnTo>
                  <a:pt x="3719906" y="38303"/>
                </a:lnTo>
                <a:close/>
              </a:path>
            </a:pathLst>
          </a:custGeom>
          <a:solidFill>
            <a:srgbClr val="265A86"/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432876" y="3419162"/>
            <a:ext cx="949325" cy="76835"/>
          </a:xfrm>
          <a:custGeom>
            <a:avLst/>
            <a:gdLst/>
            <a:ahLst/>
            <a:cxnLst/>
            <a:rect l="l" t="t" r="r" b="b"/>
            <a:pathLst>
              <a:path w="949325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910412" y="76619"/>
                </a:lnTo>
                <a:lnTo>
                  <a:pt x="925323" y="73607"/>
                </a:lnTo>
                <a:lnTo>
                  <a:pt x="937498" y="65395"/>
                </a:lnTo>
                <a:lnTo>
                  <a:pt x="945705" y="53216"/>
                </a:lnTo>
                <a:lnTo>
                  <a:pt x="948715" y="38303"/>
                </a:lnTo>
                <a:lnTo>
                  <a:pt x="945705" y="23392"/>
                </a:lnTo>
                <a:lnTo>
                  <a:pt x="937498" y="11217"/>
                </a:lnTo>
                <a:lnTo>
                  <a:pt x="925323" y="3009"/>
                </a:lnTo>
                <a:lnTo>
                  <a:pt x="910412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661688" y="3654589"/>
            <a:ext cx="874394" cy="76835"/>
          </a:xfrm>
          <a:custGeom>
            <a:avLst/>
            <a:gdLst/>
            <a:ahLst/>
            <a:cxnLst/>
            <a:rect l="l" t="t" r="r" b="b"/>
            <a:pathLst>
              <a:path w="874394" h="76835">
                <a:moveTo>
                  <a:pt x="835723" y="0"/>
                </a:moveTo>
                <a:lnTo>
                  <a:pt x="38303" y="0"/>
                </a:ln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835723" y="76619"/>
                </a:lnTo>
                <a:lnTo>
                  <a:pt x="850634" y="73607"/>
                </a:lnTo>
                <a:lnTo>
                  <a:pt x="862809" y="65395"/>
                </a:lnTo>
                <a:lnTo>
                  <a:pt x="871017" y="53216"/>
                </a:lnTo>
                <a:lnTo>
                  <a:pt x="874026" y="38303"/>
                </a:lnTo>
                <a:lnTo>
                  <a:pt x="871017" y="23392"/>
                </a:lnTo>
                <a:lnTo>
                  <a:pt x="862809" y="11217"/>
                </a:lnTo>
                <a:lnTo>
                  <a:pt x="850634" y="3009"/>
                </a:lnTo>
                <a:lnTo>
                  <a:pt x="835723" y="0"/>
                </a:lnTo>
                <a:close/>
              </a:path>
            </a:pathLst>
          </a:custGeom>
          <a:solidFill>
            <a:srgbClr val="265A86"/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661688" y="3654589"/>
            <a:ext cx="874394" cy="76835"/>
          </a:xfrm>
          <a:custGeom>
            <a:avLst/>
            <a:gdLst/>
            <a:ahLst/>
            <a:cxnLst/>
            <a:rect l="l" t="t" r="r" b="b"/>
            <a:pathLst>
              <a:path w="874394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835723" y="76619"/>
                </a:lnTo>
                <a:lnTo>
                  <a:pt x="850634" y="73607"/>
                </a:lnTo>
                <a:lnTo>
                  <a:pt x="862809" y="65395"/>
                </a:lnTo>
                <a:lnTo>
                  <a:pt x="871017" y="53216"/>
                </a:lnTo>
                <a:lnTo>
                  <a:pt x="874026" y="38303"/>
                </a:lnTo>
                <a:lnTo>
                  <a:pt x="871017" y="23392"/>
                </a:lnTo>
                <a:lnTo>
                  <a:pt x="862809" y="11217"/>
                </a:lnTo>
                <a:lnTo>
                  <a:pt x="850634" y="3009"/>
                </a:lnTo>
                <a:lnTo>
                  <a:pt x="835723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432876" y="3654589"/>
            <a:ext cx="1046480" cy="76835"/>
          </a:xfrm>
          <a:custGeom>
            <a:avLst/>
            <a:gdLst/>
            <a:ahLst/>
            <a:cxnLst/>
            <a:rect l="l" t="t" r="r" b="b"/>
            <a:pathLst>
              <a:path w="1046479" h="76835">
                <a:moveTo>
                  <a:pt x="1008011" y="0"/>
                </a:moveTo>
                <a:lnTo>
                  <a:pt x="38303" y="0"/>
                </a:ln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008011" y="76619"/>
                </a:lnTo>
                <a:lnTo>
                  <a:pt x="1022922" y="73607"/>
                </a:lnTo>
                <a:lnTo>
                  <a:pt x="1035097" y="65395"/>
                </a:lnTo>
                <a:lnTo>
                  <a:pt x="1043305" y="53216"/>
                </a:lnTo>
                <a:lnTo>
                  <a:pt x="1046314" y="38303"/>
                </a:lnTo>
                <a:lnTo>
                  <a:pt x="1043305" y="23392"/>
                </a:lnTo>
                <a:lnTo>
                  <a:pt x="1035097" y="11217"/>
                </a:lnTo>
                <a:lnTo>
                  <a:pt x="1022922" y="3009"/>
                </a:lnTo>
                <a:lnTo>
                  <a:pt x="1008011" y="0"/>
                </a:lnTo>
                <a:close/>
              </a:path>
            </a:pathLst>
          </a:custGeom>
          <a:solidFill>
            <a:srgbClr val="265A86"/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432876" y="3654589"/>
            <a:ext cx="1046480" cy="76835"/>
          </a:xfrm>
          <a:custGeom>
            <a:avLst/>
            <a:gdLst/>
            <a:ahLst/>
            <a:cxnLst/>
            <a:rect l="l" t="t" r="r" b="b"/>
            <a:pathLst>
              <a:path w="1046479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008011" y="76619"/>
                </a:lnTo>
                <a:lnTo>
                  <a:pt x="1022922" y="73607"/>
                </a:lnTo>
                <a:lnTo>
                  <a:pt x="1035097" y="65395"/>
                </a:lnTo>
                <a:lnTo>
                  <a:pt x="1043305" y="53216"/>
                </a:lnTo>
                <a:lnTo>
                  <a:pt x="1046314" y="38303"/>
                </a:lnTo>
                <a:lnTo>
                  <a:pt x="1043305" y="23392"/>
                </a:lnTo>
                <a:lnTo>
                  <a:pt x="1035097" y="11217"/>
                </a:lnTo>
                <a:lnTo>
                  <a:pt x="1022922" y="3009"/>
                </a:lnTo>
                <a:lnTo>
                  <a:pt x="1008011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61688" y="3881794"/>
            <a:ext cx="949325" cy="76835"/>
          </a:xfrm>
          <a:custGeom>
            <a:avLst/>
            <a:gdLst/>
            <a:ahLst/>
            <a:cxnLst/>
            <a:rect l="l" t="t" r="r" b="b"/>
            <a:pathLst>
              <a:path w="949325" h="76835">
                <a:moveTo>
                  <a:pt x="910412" y="0"/>
                </a:moveTo>
                <a:lnTo>
                  <a:pt x="38303" y="0"/>
                </a:ln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910412" y="76619"/>
                </a:lnTo>
                <a:lnTo>
                  <a:pt x="925323" y="73607"/>
                </a:lnTo>
                <a:lnTo>
                  <a:pt x="937498" y="65395"/>
                </a:lnTo>
                <a:lnTo>
                  <a:pt x="945705" y="53216"/>
                </a:lnTo>
                <a:lnTo>
                  <a:pt x="948715" y="38303"/>
                </a:lnTo>
                <a:lnTo>
                  <a:pt x="945705" y="23392"/>
                </a:lnTo>
                <a:lnTo>
                  <a:pt x="937498" y="11217"/>
                </a:lnTo>
                <a:lnTo>
                  <a:pt x="925323" y="3009"/>
                </a:lnTo>
                <a:lnTo>
                  <a:pt x="910412" y="0"/>
                </a:lnTo>
                <a:close/>
              </a:path>
            </a:pathLst>
          </a:custGeom>
          <a:solidFill>
            <a:srgbClr val="265A86"/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661688" y="3881794"/>
            <a:ext cx="949325" cy="76835"/>
          </a:xfrm>
          <a:custGeom>
            <a:avLst/>
            <a:gdLst/>
            <a:ahLst/>
            <a:cxnLst/>
            <a:rect l="l" t="t" r="r" b="b"/>
            <a:pathLst>
              <a:path w="949325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910412" y="76619"/>
                </a:lnTo>
                <a:lnTo>
                  <a:pt x="925323" y="73607"/>
                </a:lnTo>
                <a:lnTo>
                  <a:pt x="937498" y="65395"/>
                </a:lnTo>
                <a:lnTo>
                  <a:pt x="945705" y="53216"/>
                </a:lnTo>
                <a:lnTo>
                  <a:pt x="948715" y="38303"/>
                </a:lnTo>
                <a:lnTo>
                  <a:pt x="945705" y="23392"/>
                </a:lnTo>
                <a:lnTo>
                  <a:pt x="937498" y="11217"/>
                </a:lnTo>
                <a:lnTo>
                  <a:pt x="925323" y="3009"/>
                </a:lnTo>
                <a:lnTo>
                  <a:pt x="910412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432876" y="3881794"/>
            <a:ext cx="1083945" cy="76835"/>
          </a:xfrm>
          <a:custGeom>
            <a:avLst/>
            <a:gdLst/>
            <a:ahLst/>
            <a:cxnLst/>
            <a:rect l="l" t="t" r="r" b="b"/>
            <a:pathLst>
              <a:path w="1083945" h="76835">
                <a:moveTo>
                  <a:pt x="1045375" y="0"/>
                </a:moveTo>
                <a:lnTo>
                  <a:pt x="38303" y="0"/>
                </a:ln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045375" y="76619"/>
                </a:lnTo>
                <a:lnTo>
                  <a:pt x="1060288" y="73607"/>
                </a:lnTo>
                <a:lnTo>
                  <a:pt x="1072467" y="65395"/>
                </a:lnTo>
                <a:lnTo>
                  <a:pt x="1080679" y="53216"/>
                </a:lnTo>
                <a:lnTo>
                  <a:pt x="1083691" y="38303"/>
                </a:lnTo>
                <a:lnTo>
                  <a:pt x="1080679" y="23392"/>
                </a:lnTo>
                <a:lnTo>
                  <a:pt x="1072467" y="11217"/>
                </a:lnTo>
                <a:lnTo>
                  <a:pt x="1060288" y="3009"/>
                </a:lnTo>
                <a:lnTo>
                  <a:pt x="1045375" y="0"/>
                </a:lnTo>
                <a:close/>
              </a:path>
            </a:pathLst>
          </a:custGeom>
          <a:solidFill>
            <a:srgbClr val="265A86"/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432876" y="3881794"/>
            <a:ext cx="1083945" cy="76835"/>
          </a:xfrm>
          <a:custGeom>
            <a:avLst/>
            <a:gdLst/>
            <a:ahLst/>
            <a:cxnLst/>
            <a:rect l="l" t="t" r="r" b="b"/>
            <a:pathLst>
              <a:path w="1083945" h="76835">
                <a:moveTo>
                  <a:pt x="38303" y="0"/>
                </a:moveTo>
                <a:lnTo>
                  <a:pt x="23392" y="3009"/>
                </a:lnTo>
                <a:lnTo>
                  <a:pt x="11217" y="11217"/>
                </a:lnTo>
                <a:lnTo>
                  <a:pt x="3009" y="23392"/>
                </a:lnTo>
                <a:lnTo>
                  <a:pt x="0" y="38303"/>
                </a:lnTo>
                <a:lnTo>
                  <a:pt x="3009" y="53216"/>
                </a:lnTo>
                <a:lnTo>
                  <a:pt x="11217" y="65395"/>
                </a:lnTo>
                <a:lnTo>
                  <a:pt x="23392" y="73607"/>
                </a:lnTo>
                <a:lnTo>
                  <a:pt x="38303" y="76619"/>
                </a:lnTo>
                <a:lnTo>
                  <a:pt x="1045375" y="76619"/>
                </a:lnTo>
                <a:lnTo>
                  <a:pt x="1060288" y="73607"/>
                </a:lnTo>
                <a:lnTo>
                  <a:pt x="1072467" y="65395"/>
                </a:lnTo>
                <a:lnTo>
                  <a:pt x="1080679" y="53216"/>
                </a:lnTo>
                <a:lnTo>
                  <a:pt x="1083691" y="38303"/>
                </a:lnTo>
                <a:lnTo>
                  <a:pt x="1080679" y="23392"/>
                </a:lnTo>
                <a:lnTo>
                  <a:pt x="1072467" y="11217"/>
                </a:lnTo>
                <a:lnTo>
                  <a:pt x="1060288" y="3009"/>
                </a:lnTo>
                <a:lnTo>
                  <a:pt x="1045375" y="0"/>
                </a:lnTo>
                <a:lnTo>
                  <a:pt x="38303" y="0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05746" y="4916008"/>
            <a:ext cx="107722" cy="377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8C8E9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Present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4711071" y="4822095"/>
            <a:ext cx="107722" cy="2260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8C8E9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2008</a:t>
            </a:r>
            <a:endParaRPr sz="700">
              <a:solidFill>
                <a:srgbClr val="8C8E90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711071" y="5668255"/>
            <a:ext cx="107722" cy="2260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8C8E9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2008</a:t>
            </a:r>
            <a:endParaRPr sz="700">
              <a:solidFill>
                <a:srgbClr val="8C8E90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05746" y="6387891"/>
            <a:ext cx="107722" cy="250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8C8E9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2015</a:t>
            </a:r>
            <a:endParaRPr sz="700">
              <a:solidFill>
                <a:srgbClr val="8C8E90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5746" y="7989241"/>
            <a:ext cx="107722" cy="250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8C8E9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2010</a:t>
            </a:r>
            <a:endParaRPr sz="700">
              <a:solidFill>
                <a:srgbClr val="8C8E90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08047" y="9244709"/>
            <a:ext cx="107722" cy="2508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700" dirty="0">
                <a:solidFill>
                  <a:srgbClr val="8C8E9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2008</a:t>
            </a:r>
          </a:p>
        </p:txBody>
      </p:sp>
      <p:sp>
        <p:nvSpPr>
          <p:cNvPr id="67" name="object 67"/>
          <p:cNvSpPr/>
          <p:nvPr/>
        </p:nvSpPr>
        <p:spPr>
          <a:xfrm>
            <a:off x="4765837" y="9488259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5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765837" y="9971556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5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836368" y="254159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0"/>
                </a:move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5"/>
                </a:ln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close/>
              </a:path>
            </a:pathLst>
          </a:custGeom>
          <a:solidFill>
            <a:srgbClr val="265A86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2836368" y="254159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5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4370050" y="254159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0"/>
                </a:move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5"/>
                </a:ln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close/>
              </a:path>
            </a:pathLst>
          </a:custGeom>
          <a:solidFill>
            <a:srgbClr val="265A86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370050" y="254159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5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294557" y="254159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0"/>
                </a:move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5"/>
                </a:ln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close/>
              </a:path>
            </a:pathLst>
          </a:custGeom>
          <a:solidFill>
            <a:srgbClr val="0077B8">
              <a:alpha val="9999"/>
            </a:srgbClr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294557" y="2541590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5"/>
                </a:move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5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765837" y="9729907"/>
            <a:ext cx="123825" cy="123825"/>
          </a:xfrm>
          <a:custGeom>
            <a:avLst/>
            <a:gdLst/>
            <a:ahLst/>
            <a:cxnLst/>
            <a:rect l="l" t="t" r="r" b="b"/>
            <a:pathLst>
              <a:path w="123825" h="123825">
                <a:moveTo>
                  <a:pt x="61912" y="123824"/>
                </a:moveTo>
                <a:lnTo>
                  <a:pt x="86009" y="118958"/>
                </a:lnTo>
                <a:lnTo>
                  <a:pt x="105689" y="105689"/>
                </a:lnTo>
                <a:lnTo>
                  <a:pt x="118958" y="86009"/>
                </a:lnTo>
                <a:lnTo>
                  <a:pt x="123825" y="61912"/>
                </a:lnTo>
                <a:lnTo>
                  <a:pt x="118958" y="37815"/>
                </a:lnTo>
                <a:lnTo>
                  <a:pt x="105689" y="18135"/>
                </a:lnTo>
                <a:lnTo>
                  <a:pt x="86009" y="4866"/>
                </a:lnTo>
                <a:lnTo>
                  <a:pt x="61912" y="0"/>
                </a:lnTo>
                <a:lnTo>
                  <a:pt x="37815" y="4866"/>
                </a:lnTo>
                <a:lnTo>
                  <a:pt x="18135" y="18135"/>
                </a:lnTo>
                <a:lnTo>
                  <a:pt x="4866" y="37815"/>
                </a:lnTo>
                <a:lnTo>
                  <a:pt x="0" y="61912"/>
                </a:lnTo>
                <a:lnTo>
                  <a:pt x="4866" y="86009"/>
                </a:lnTo>
                <a:lnTo>
                  <a:pt x="18135" y="105689"/>
                </a:lnTo>
                <a:lnTo>
                  <a:pt x="37815" y="118958"/>
                </a:lnTo>
                <a:lnTo>
                  <a:pt x="61912" y="123824"/>
                </a:lnTo>
                <a:close/>
              </a:path>
            </a:pathLst>
          </a:custGeom>
          <a:ln w="3175">
            <a:solidFill>
              <a:srgbClr val="265A86"/>
            </a:solidFill>
          </a:ln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858427" y="2574708"/>
            <a:ext cx="2004060" cy="7487284"/>
          </a:xfrm>
          <a:custGeom>
            <a:avLst/>
            <a:gdLst/>
            <a:ahLst/>
            <a:cxnLst/>
            <a:rect l="l" t="t" r="r" b="b"/>
            <a:pathLst>
              <a:path w="2004060" h="7487284">
                <a:moveTo>
                  <a:pt x="74409" y="6273"/>
                </a:moveTo>
                <a:lnTo>
                  <a:pt x="68148" y="0"/>
                </a:lnTo>
                <a:lnTo>
                  <a:pt x="66433" y="0"/>
                </a:lnTo>
                <a:lnTo>
                  <a:pt x="65290" y="1130"/>
                </a:lnTo>
                <a:lnTo>
                  <a:pt x="64998" y="1130"/>
                </a:lnTo>
                <a:lnTo>
                  <a:pt x="26225" y="41338"/>
                </a:lnTo>
                <a:lnTo>
                  <a:pt x="25387" y="41338"/>
                </a:lnTo>
                <a:lnTo>
                  <a:pt x="7696" y="22517"/>
                </a:lnTo>
                <a:lnTo>
                  <a:pt x="5994" y="22517"/>
                </a:lnTo>
                <a:lnTo>
                  <a:pt x="279" y="28219"/>
                </a:lnTo>
                <a:lnTo>
                  <a:pt x="0" y="29070"/>
                </a:lnTo>
                <a:lnTo>
                  <a:pt x="0" y="30213"/>
                </a:lnTo>
                <a:lnTo>
                  <a:pt x="279" y="31076"/>
                </a:lnTo>
                <a:lnTo>
                  <a:pt x="850" y="31648"/>
                </a:lnTo>
                <a:lnTo>
                  <a:pt x="1422" y="32499"/>
                </a:lnTo>
                <a:lnTo>
                  <a:pt x="24244" y="57023"/>
                </a:lnTo>
                <a:lnTo>
                  <a:pt x="24815" y="57302"/>
                </a:lnTo>
                <a:lnTo>
                  <a:pt x="26517" y="57302"/>
                </a:lnTo>
                <a:lnTo>
                  <a:pt x="27089" y="57023"/>
                </a:lnTo>
                <a:lnTo>
                  <a:pt x="74409" y="7975"/>
                </a:lnTo>
                <a:lnTo>
                  <a:pt x="74409" y="6273"/>
                </a:lnTo>
                <a:close/>
              </a:path>
              <a:path w="2004060" h="7487284">
                <a:moveTo>
                  <a:pt x="1608086" y="6273"/>
                </a:moveTo>
                <a:lnTo>
                  <a:pt x="1601825" y="0"/>
                </a:lnTo>
                <a:lnTo>
                  <a:pt x="1600111" y="0"/>
                </a:lnTo>
                <a:lnTo>
                  <a:pt x="1598968" y="1130"/>
                </a:lnTo>
                <a:lnTo>
                  <a:pt x="1598676" y="1130"/>
                </a:lnTo>
                <a:lnTo>
                  <a:pt x="1559902" y="41338"/>
                </a:lnTo>
                <a:lnTo>
                  <a:pt x="1559064" y="41338"/>
                </a:lnTo>
                <a:lnTo>
                  <a:pt x="1541373" y="22517"/>
                </a:lnTo>
                <a:lnTo>
                  <a:pt x="1539671" y="22517"/>
                </a:lnTo>
                <a:lnTo>
                  <a:pt x="1533956" y="28219"/>
                </a:lnTo>
                <a:lnTo>
                  <a:pt x="1533677" y="29070"/>
                </a:lnTo>
                <a:lnTo>
                  <a:pt x="1533677" y="30213"/>
                </a:lnTo>
                <a:lnTo>
                  <a:pt x="1533956" y="31076"/>
                </a:lnTo>
                <a:lnTo>
                  <a:pt x="1534528" y="31648"/>
                </a:lnTo>
                <a:lnTo>
                  <a:pt x="1535099" y="32499"/>
                </a:lnTo>
                <a:lnTo>
                  <a:pt x="1557921" y="57023"/>
                </a:lnTo>
                <a:lnTo>
                  <a:pt x="1558493" y="57302"/>
                </a:lnTo>
                <a:lnTo>
                  <a:pt x="1560195" y="57302"/>
                </a:lnTo>
                <a:lnTo>
                  <a:pt x="1560766" y="57023"/>
                </a:lnTo>
                <a:lnTo>
                  <a:pt x="1608086" y="7975"/>
                </a:lnTo>
                <a:lnTo>
                  <a:pt x="1608086" y="6273"/>
                </a:lnTo>
                <a:close/>
              </a:path>
              <a:path w="2004060" h="7487284">
                <a:moveTo>
                  <a:pt x="2003869" y="7436244"/>
                </a:moveTo>
                <a:lnTo>
                  <a:pt x="1997608" y="7429970"/>
                </a:lnTo>
                <a:lnTo>
                  <a:pt x="1995893" y="7429970"/>
                </a:lnTo>
                <a:lnTo>
                  <a:pt x="1994750" y="7431100"/>
                </a:lnTo>
                <a:lnTo>
                  <a:pt x="1994458" y="7431100"/>
                </a:lnTo>
                <a:lnTo>
                  <a:pt x="1955685" y="7471308"/>
                </a:lnTo>
                <a:lnTo>
                  <a:pt x="1954847" y="7471308"/>
                </a:lnTo>
                <a:lnTo>
                  <a:pt x="1937156" y="7452487"/>
                </a:lnTo>
                <a:lnTo>
                  <a:pt x="1935454" y="7452487"/>
                </a:lnTo>
                <a:lnTo>
                  <a:pt x="1929739" y="7458189"/>
                </a:lnTo>
                <a:lnTo>
                  <a:pt x="1929460" y="7459040"/>
                </a:lnTo>
                <a:lnTo>
                  <a:pt x="1929460" y="7460183"/>
                </a:lnTo>
                <a:lnTo>
                  <a:pt x="1929739" y="7461047"/>
                </a:lnTo>
                <a:lnTo>
                  <a:pt x="1930311" y="7461618"/>
                </a:lnTo>
                <a:lnTo>
                  <a:pt x="1930882" y="7462469"/>
                </a:lnTo>
                <a:lnTo>
                  <a:pt x="1953704" y="7486993"/>
                </a:lnTo>
                <a:lnTo>
                  <a:pt x="1954276" y="7487272"/>
                </a:lnTo>
                <a:lnTo>
                  <a:pt x="1955977" y="7487272"/>
                </a:lnTo>
                <a:lnTo>
                  <a:pt x="1956562" y="7486993"/>
                </a:lnTo>
                <a:lnTo>
                  <a:pt x="2003869" y="7437945"/>
                </a:lnTo>
                <a:lnTo>
                  <a:pt x="2003869" y="7436244"/>
                </a:lnTo>
                <a:close/>
              </a:path>
              <a:path w="2004060" h="7487284">
                <a:moveTo>
                  <a:pt x="2003869" y="7194601"/>
                </a:moveTo>
                <a:lnTo>
                  <a:pt x="1997608" y="7188327"/>
                </a:lnTo>
                <a:lnTo>
                  <a:pt x="1995893" y="7188327"/>
                </a:lnTo>
                <a:lnTo>
                  <a:pt x="1994750" y="7189457"/>
                </a:lnTo>
                <a:lnTo>
                  <a:pt x="1994458" y="7189457"/>
                </a:lnTo>
                <a:lnTo>
                  <a:pt x="1955685" y="7229665"/>
                </a:lnTo>
                <a:lnTo>
                  <a:pt x="1954847" y="7229665"/>
                </a:lnTo>
                <a:lnTo>
                  <a:pt x="1937156" y="7210844"/>
                </a:lnTo>
                <a:lnTo>
                  <a:pt x="1935454" y="7210844"/>
                </a:lnTo>
                <a:lnTo>
                  <a:pt x="1929739" y="7216546"/>
                </a:lnTo>
                <a:lnTo>
                  <a:pt x="1929460" y="7217397"/>
                </a:lnTo>
                <a:lnTo>
                  <a:pt x="1929460" y="7218540"/>
                </a:lnTo>
                <a:lnTo>
                  <a:pt x="1929739" y="7219404"/>
                </a:lnTo>
                <a:lnTo>
                  <a:pt x="1930311" y="7219975"/>
                </a:lnTo>
                <a:lnTo>
                  <a:pt x="1930882" y="7220826"/>
                </a:lnTo>
                <a:lnTo>
                  <a:pt x="1953704" y="7245350"/>
                </a:lnTo>
                <a:lnTo>
                  <a:pt x="1954276" y="7245629"/>
                </a:lnTo>
                <a:lnTo>
                  <a:pt x="1955977" y="7245629"/>
                </a:lnTo>
                <a:lnTo>
                  <a:pt x="1956562" y="7245350"/>
                </a:lnTo>
                <a:lnTo>
                  <a:pt x="2003869" y="7196302"/>
                </a:lnTo>
                <a:lnTo>
                  <a:pt x="2003869" y="7194601"/>
                </a:lnTo>
                <a:close/>
              </a:path>
              <a:path w="2004060" h="7487284">
                <a:moveTo>
                  <a:pt x="2003869" y="6956057"/>
                </a:moveTo>
                <a:lnTo>
                  <a:pt x="1997608" y="6949783"/>
                </a:lnTo>
                <a:lnTo>
                  <a:pt x="1995893" y="6949783"/>
                </a:lnTo>
                <a:lnTo>
                  <a:pt x="1994750" y="6950913"/>
                </a:lnTo>
                <a:lnTo>
                  <a:pt x="1994458" y="6950913"/>
                </a:lnTo>
                <a:lnTo>
                  <a:pt x="1955685" y="6991121"/>
                </a:lnTo>
                <a:lnTo>
                  <a:pt x="1954847" y="6991121"/>
                </a:lnTo>
                <a:lnTo>
                  <a:pt x="1937156" y="6972300"/>
                </a:lnTo>
                <a:lnTo>
                  <a:pt x="1935454" y="6972300"/>
                </a:lnTo>
                <a:lnTo>
                  <a:pt x="1929739" y="6978002"/>
                </a:lnTo>
                <a:lnTo>
                  <a:pt x="1929460" y="6978853"/>
                </a:lnTo>
                <a:lnTo>
                  <a:pt x="1929460" y="6979996"/>
                </a:lnTo>
                <a:lnTo>
                  <a:pt x="1929739" y="6980860"/>
                </a:lnTo>
                <a:lnTo>
                  <a:pt x="1930311" y="6981431"/>
                </a:lnTo>
                <a:lnTo>
                  <a:pt x="1930882" y="6982282"/>
                </a:lnTo>
                <a:lnTo>
                  <a:pt x="1953704" y="7006806"/>
                </a:lnTo>
                <a:lnTo>
                  <a:pt x="1954276" y="7007085"/>
                </a:lnTo>
                <a:lnTo>
                  <a:pt x="1955977" y="7007085"/>
                </a:lnTo>
                <a:lnTo>
                  <a:pt x="1956562" y="7006806"/>
                </a:lnTo>
                <a:lnTo>
                  <a:pt x="2003869" y="6957758"/>
                </a:lnTo>
                <a:lnTo>
                  <a:pt x="2003869" y="6956057"/>
                </a:lnTo>
                <a:close/>
              </a:path>
            </a:pathLst>
          </a:custGeom>
          <a:solidFill>
            <a:srgbClr val="265A86">
              <a:alpha val="29998"/>
            </a:srgbClr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316618" y="2574708"/>
            <a:ext cx="74930" cy="57785"/>
          </a:xfrm>
          <a:custGeom>
            <a:avLst/>
            <a:gdLst/>
            <a:ahLst/>
            <a:cxnLst/>
            <a:rect l="l" t="t" r="r" b="b"/>
            <a:pathLst>
              <a:path w="74929" h="57785">
                <a:moveTo>
                  <a:pt x="68148" y="0"/>
                </a:moveTo>
                <a:lnTo>
                  <a:pt x="66433" y="0"/>
                </a:lnTo>
                <a:lnTo>
                  <a:pt x="65290" y="1130"/>
                </a:lnTo>
                <a:lnTo>
                  <a:pt x="64998" y="1130"/>
                </a:lnTo>
                <a:lnTo>
                  <a:pt x="26225" y="41338"/>
                </a:lnTo>
                <a:lnTo>
                  <a:pt x="25387" y="41338"/>
                </a:lnTo>
                <a:lnTo>
                  <a:pt x="7696" y="22517"/>
                </a:lnTo>
                <a:lnTo>
                  <a:pt x="5994" y="22517"/>
                </a:lnTo>
                <a:lnTo>
                  <a:pt x="279" y="28219"/>
                </a:lnTo>
                <a:lnTo>
                  <a:pt x="0" y="29070"/>
                </a:lnTo>
                <a:lnTo>
                  <a:pt x="0" y="30213"/>
                </a:lnTo>
                <a:lnTo>
                  <a:pt x="279" y="31076"/>
                </a:lnTo>
                <a:lnTo>
                  <a:pt x="850" y="31648"/>
                </a:lnTo>
                <a:lnTo>
                  <a:pt x="1422" y="32499"/>
                </a:lnTo>
                <a:lnTo>
                  <a:pt x="24244" y="57022"/>
                </a:lnTo>
                <a:lnTo>
                  <a:pt x="24815" y="57302"/>
                </a:lnTo>
                <a:lnTo>
                  <a:pt x="26517" y="57302"/>
                </a:lnTo>
                <a:lnTo>
                  <a:pt x="27089" y="57022"/>
                </a:lnTo>
                <a:lnTo>
                  <a:pt x="74409" y="7975"/>
                </a:lnTo>
                <a:lnTo>
                  <a:pt x="74409" y="6273"/>
                </a:lnTo>
                <a:lnTo>
                  <a:pt x="68148" y="0"/>
                </a:lnTo>
                <a:close/>
              </a:path>
            </a:pathLst>
          </a:custGeom>
          <a:solidFill>
            <a:srgbClr val="0077B8">
              <a:alpha val="29998"/>
            </a:srgbClr>
          </a:solidFill>
        </p:spPr>
        <p:txBody>
          <a:bodyPr wrap="square" lIns="0" tIns="0" rIns="0" bIns="0" rtlCol="0"/>
          <a:lstStyle/>
          <a:p>
            <a:endParaRPr>
              <a:latin typeface="Roboto Thin" pitchFamily="2" charset="0"/>
              <a:ea typeface="Roboto Thin" pitchFamily="2" charset="0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021872" y="2527029"/>
            <a:ext cx="117729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7888A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Expertise Technique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555554" y="2527029"/>
            <a:ext cx="50545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7888A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Trilingue</a:t>
            </a:r>
            <a:endParaRPr sz="100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480061" y="2527029"/>
            <a:ext cx="147066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7888A9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Expérience Internationale</a:t>
            </a:r>
            <a:endParaRPr sz="100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81" name="object 10">
            <a:extLst>
              <a:ext uri="{FF2B5EF4-FFF2-40B4-BE49-F238E27FC236}">
                <a16:creationId xmlns:a16="http://schemas.microsoft.com/office/drawing/2014/main" id="{556652A9-46BE-47EC-B9B2-E6D50C478C00}"/>
              </a:ext>
            </a:extLst>
          </p:cNvPr>
          <p:cNvSpPr txBox="1"/>
          <p:nvPr/>
        </p:nvSpPr>
        <p:spPr>
          <a:xfrm>
            <a:off x="3017843" y="2070045"/>
            <a:ext cx="1348740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35"/>
              </a:spcBef>
            </a:pPr>
            <a:r>
              <a:rPr sz="950" dirty="0" err="1">
                <a:solidFill>
                  <a:srgbClr val="41404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Basé</a:t>
            </a:r>
            <a:r>
              <a:rPr sz="950" dirty="0">
                <a:solidFill>
                  <a:srgbClr val="41404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 à Paris (75) France</a:t>
            </a:r>
            <a:endParaRPr sz="95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82" name="object 11">
            <a:extLst>
              <a:ext uri="{FF2B5EF4-FFF2-40B4-BE49-F238E27FC236}">
                <a16:creationId xmlns:a16="http://schemas.microsoft.com/office/drawing/2014/main" id="{FB49113A-0100-4172-8775-8B8C56AA74E3}"/>
              </a:ext>
            </a:extLst>
          </p:cNvPr>
          <p:cNvSpPr txBox="1"/>
          <p:nvPr/>
        </p:nvSpPr>
        <p:spPr>
          <a:xfrm>
            <a:off x="4956669" y="2075051"/>
            <a:ext cx="1492885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35"/>
              </a:spcBef>
            </a:pPr>
            <a:r>
              <a:rPr sz="950" dirty="0">
                <a:solidFill>
                  <a:srgbClr val="414042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France &amp; International</a:t>
            </a:r>
            <a:endParaRPr sz="95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85" name="Rectangle 83">
            <a:extLst>
              <a:ext uri="{FF2B5EF4-FFF2-40B4-BE49-F238E27FC236}">
                <a16:creationId xmlns:a16="http://schemas.microsoft.com/office/drawing/2014/main" id="{EB1B715F-A0EB-46A7-8FD8-C37B83F3FC43}"/>
              </a:ext>
            </a:extLst>
          </p:cNvPr>
          <p:cNvSpPr/>
          <p:nvPr/>
        </p:nvSpPr>
        <p:spPr>
          <a:xfrm>
            <a:off x="214834" y="1020716"/>
            <a:ext cx="241937" cy="1783080"/>
          </a:xfrm>
          <a:custGeom>
            <a:avLst/>
            <a:gdLst>
              <a:gd name="connsiteX0" fmla="*/ 0 w 376523"/>
              <a:gd name="connsiteY0" fmla="*/ 0 h 1673352"/>
              <a:gd name="connsiteX1" fmla="*/ 376523 w 376523"/>
              <a:gd name="connsiteY1" fmla="*/ 0 h 1673352"/>
              <a:gd name="connsiteX2" fmla="*/ 376523 w 376523"/>
              <a:gd name="connsiteY2" fmla="*/ 1673352 h 1673352"/>
              <a:gd name="connsiteX3" fmla="*/ 0 w 376523"/>
              <a:gd name="connsiteY3" fmla="*/ 1673352 h 1673352"/>
              <a:gd name="connsiteX4" fmla="*/ 0 w 376523"/>
              <a:gd name="connsiteY4" fmla="*/ 0 h 1673352"/>
              <a:gd name="connsiteX0" fmla="*/ 0 w 376523"/>
              <a:gd name="connsiteY0" fmla="*/ 238125 h 1911477"/>
              <a:gd name="connsiteX1" fmla="*/ 366998 w 376523"/>
              <a:gd name="connsiteY1" fmla="*/ 0 h 1911477"/>
              <a:gd name="connsiteX2" fmla="*/ 376523 w 376523"/>
              <a:gd name="connsiteY2" fmla="*/ 1911477 h 1911477"/>
              <a:gd name="connsiteX3" fmla="*/ 0 w 376523"/>
              <a:gd name="connsiteY3" fmla="*/ 1911477 h 1911477"/>
              <a:gd name="connsiteX4" fmla="*/ 0 w 376523"/>
              <a:gd name="connsiteY4" fmla="*/ 238125 h 1911477"/>
              <a:gd name="connsiteX0" fmla="*/ 0 w 366998"/>
              <a:gd name="connsiteY0" fmla="*/ 238125 h 1911477"/>
              <a:gd name="connsiteX1" fmla="*/ 366998 w 366998"/>
              <a:gd name="connsiteY1" fmla="*/ 0 h 1911477"/>
              <a:gd name="connsiteX2" fmla="*/ 347948 w 366998"/>
              <a:gd name="connsiteY2" fmla="*/ 1673352 h 1911477"/>
              <a:gd name="connsiteX3" fmla="*/ 0 w 366998"/>
              <a:gd name="connsiteY3" fmla="*/ 1911477 h 1911477"/>
              <a:gd name="connsiteX4" fmla="*/ 0 w 366998"/>
              <a:gd name="connsiteY4" fmla="*/ 238125 h 1911477"/>
              <a:gd name="connsiteX0" fmla="*/ 0 w 366998"/>
              <a:gd name="connsiteY0" fmla="*/ 238125 h 1911477"/>
              <a:gd name="connsiteX1" fmla="*/ 366998 w 366998"/>
              <a:gd name="connsiteY1" fmla="*/ 0 h 1911477"/>
              <a:gd name="connsiteX2" fmla="*/ 366998 w 366998"/>
              <a:gd name="connsiteY2" fmla="*/ 1679702 h 1911477"/>
              <a:gd name="connsiteX3" fmla="*/ 0 w 366998"/>
              <a:gd name="connsiteY3" fmla="*/ 1911477 h 1911477"/>
              <a:gd name="connsiteX4" fmla="*/ 0 w 366998"/>
              <a:gd name="connsiteY4" fmla="*/ 238125 h 1911477"/>
              <a:gd name="connsiteX0" fmla="*/ 126206 w 366998"/>
              <a:gd name="connsiteY0" fmla="*/ 157573 h 1911477"/>
              <a:gd name="connsiteX1" fmla="*/ 366998 w 366998"/>
              <a:gd name="connsiteY1" fmla="*/ 0 h 1911477"/>
              <a:gd name="connsiteX2" fmla="*/ 366998 w 366998"/>
              <a:gd name="connsiteY2" fmla="*/ 1679702 h 1911477"/>
              <a:gd name="connsiteX3" fmla="*/ 0 w 366998"/>
              <a:gd name="connsiteY3" fmla="*/ 1911477 h 1911477"/>
              <a:gd name="connsiteX4" fmla="*/ 126206 w 366998"/>
              <a:gd name="connsiteY4" fmla="*/ 157573 h 1911477"/>
              <a:gd name="connsiteX0" fmla="*/ 0 w 240792"/>
              <a:gd name="connsiteY0" fmla="*/ 157573 h 1800125"/>
              <a:gd name="connsiteX1" fmla="*/ 240792 w 240792"/>
              <a:gd name="connsiteY1" fmla="*/ 0 h 1800125"/>
              <a:gd name="connsiteX2" fmla="*/ 240792 w 240792"/>
              <a:gd name="connsiteY2" fmla="*/ 1679702 h 1800125"/>
              <a:gd name="connsiteX3" fmla="*/ 33338 w 240792"/>
              <a:gd name="connsiteY3" fmla="*/ 1800125 h 1800125"/>
              <a:gd name="connsiteX4" fmla="*/ 0 w 240792"/>
              <a:gd name="connsiteY4" fmla="*/ 157573 h 1800125"/>
              <a:gd name="connsiteX0" fmla="*/ 23812 w 264604"/>
              <a:gd name="connsiteY0" fmla="*/ 157573 h 1838032"/>
              <a:gd name="connsiteX1" fmla="*/ 264604 w 264604"/>
              <a:gd name="connsiteY1" fmla="*/ 0 h 1838032"/>
              <a:gd name="connsiteX2" fmla="*/ 264604 w 264604"/>
              <a:gd name="connsiteY2" fmla="*/ 1679702 h 1838032"/>
              <a:gd name="connsiteX3" fmla="*/ 0 w 264604"/>
              <a:gd name="connsiteY3" fmla="*/ 1838032 h 1838032"/>
              <a:gd name="connsiteX4" fmla="*/ 23812 w 264604"/>
              <a:gd name="connsiteY4" fmla="*/ 157573 h 1838032"/>
              <a:gd name="connsiteX0" fmla="*/ 11906 w 252698"/>
              <a:gd name="connsiteY0" fmla="*/ 157573 h 1816710"/>
              <a:gd name="connsiteX1" fmla="*/ 252698 w 252698"/>
              <a:gd name="connsiteY1" fmla="*/ 0 h 1816710"/>
              <a:gd name="connsiteX2" fmla="*/ 252698 w 252698"/>
              <a:gd name="connsiteY2" fmla="*/ 1679702 h 1816710"/>
              <a:gd name="connsiteX3" fmla="*/ 0 w 252698"/>
              <a:gd name="connsiteY3" fmla="*/ 1816710 h 1816710"/>
              <a:gd name="connsiteX4" fmla="*/ 11906 w 252698"/>
              <a:gd name="connsiteY4" fmla="*/ 157573 h 1816710"/>
              <a:gd name="connsiteX0" fmla="*/ 672 w 241464"/>
              <a:gd name="connsiteY0" fmla="*/ 157573 h 1802495"/>
              <a:gd name="connsiteX1" fmla="*/ 241464 w 241464"/>
              <a:gd name="connsiteY1" fmla="*/ 0 h 1802495"/>
              <a:gd name="connsiteX2" fmla="*/ 241464 w 241464"/>
              <a:gd name="connsiteY2" fmla="*/ 1679702 h 1802495"/>
              <a:gd name="connsiteX3" fmla="*/ 7816 w 241464"/>
              <a:gd name="connsiteY3" fmla="*/ 1802495 h 1802495"/>
              <a:gd name="connsiteX4" fmla="*/ 672 w 241464"/>
              <a:gd name="connsiteY4" fmla="*/ 157573 h 1802495"/>
              <a:gd name="connsiteX0" fmla="*/ 400 w 241192"/>
              <a:gd name="connsiteY0" fmla="*/ 157573 h 1793018"/>
              <a:gd name="connsiteX1" fmla="*/ 241192 w 241192"/>
              <a:gd name="connsiteY1" fmla="*/ 0 h 1793018"/>
              <a:gd name="connsiteX2" fmla="*/ 241192 w 241192"/>
              <a:gd name="connsiteY2" fmla="*/ 1679702 h 1793018"/>
              <a:gd name="connsiteX3" fmla="*/ 19450 w 241192"/>
              <a:gd name="connsiteY3" fmla="*/ 1793018 h 1793018"/>
              <a:gd name="connsiteX4" fmla="*/ 400 w 241192"/>
              <a:gd name="connsiteY4" fmla="*/ 157573 h 1793018"/>
              <a:gd name="connsiteX0" fmla="*/ 1145 w 241937"/>
              <a:gd name="connsiteY0" fmla="*/ 157573 h 1793018"/>
              <a:gd name="connsiteX1" fmla="*/ 241937 w 241937"/>
              <a:gd name="connsiteY1" fmla="*/ 0 h 1793018"/>
              <a:gd name="connsiteX2" fmla="*/ 241937 w 241937"/>
              <a:gd name="connsiteY2" fmla="*/ 1679702 h 1793018"/>
              <a:gd name="connsiteX3" fmla="*/ 1145 w 241937"/>
              <a:gd name="connsiteY3" fmla="*/ 1793018 h 1793018"/>
              <a:gd name="connsiteX4" fmla="*/ 1145 w 241937"/>
              <a:gd name="connsiteY4" fmla="*/ 157573 h 17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937" h="1793018">
                <a:moveTo>
                  <a:pt x="1145" y="157573"/>
                </a:moveTo>
                <a:lnTo>
                  <a:pt x="241937" y="0"/>
                </a:lnTo>
                <a:lnTo>
                  <a:pt x="241937" y="1679702"/>
                </a:lnTo>
                <a:lnTo>
                  <a:pt x="1145" y="1793018"/>
                </a:lnTo>
                <a:cubicBezTo>
                  <a:pt x="5114" y="1239972"/>
                  <a:pt x="-2824" y="710619"/>
                  <a:pt x="1145" y="157573"/>
                </a:cubicBezTo>
                <a:close/>
              </a:path>
            </a:pathLst>
          </a:custGeom>
          <a:solidFill>
            <a:srgbClr val="265A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Isosceles Triangle 85">
            <a:extLst>
              <a:ext uri="{FF2B5EF4-FFF2-40B4-BE49-F238E27FC236}">
                <a16:creationId xmlns:a16="http://schemas.microsoft.com/office/drawing/2014/main" id="{6E00E754-FCD6-49FC-B7A5-C6AA073E7E46}"/>
              </a:ext>
            </a:extLst>
          </p:cNvPr>
          <p:cNvSpPr/>
          <p:nvPr/>
        </p:nvSpPr>
        <p:spPr>
          <a:xfrm rot="16200000">
            <a:off x="224254" y="2679281"/>
            <a:ext cx="226744" cy="245581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ight Triangle 88">
            <a:extLst>
              <a:ext uri="{FF2B5EF4-FFF2-40B4-BE49-F238E27FC236}">
                <a16:creationId xmlns:a16="http://schemas.microsoft.com/office/drawing/2014/main" id="{37EFCA74-4097-4578-BDAE-892FCD29F163}"/>
              </a:ext>
            </a:extLst>
          </p:cNvPr>
          <p:cNvSpPr/>
          <p:nvPr/>
        </p:nvSpPr>
        <p:spPr>
          <a:xfrm rot="10800000" flipH="1">
            <a:off x="7097990" y="2440777"/>
            <a:ext cx="229275" cy="224635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D180EDF5-32F1-4BB2-A1D6-74945683FD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71" y="1023379"/>
            <a:ext cx="1687821" cy="16724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271</Words>
  <Application>Microsoft Office PowerPoint</Application>
  <PresentationFormat>Personnalisé</PresentationFormat>
  <Paragraphs>60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3" baseType="lpstr">
      <vt:lpstr>Arial</vt:lpstr>
      <vt:lpstr>Calibri</vt:lpstr>
      <vt:lpstr>Calibri Light</vt:lpstr>
      <vt:lpstr>Lucida Sans Unicode</vt:lpstr>
      <vt:lpstr>Roboto</vt:lpstr>
      <vt:lpstr>Roboto Light</vt:lpstr>
      <vt:lpstr>Roboto Lt</vt:lpstr>
      <vt:lpstr>Roboto Medium</vt:lpstr>
      <vt:lpstr>Roboto Th</vt:lpstr>
      <vt:lpstr>Roboto Thin</vt:lpstr>
      <vt:lpstr>Verlag Bold</vt:lpstr>
      <vt:lpstr>Office Theme</vt:lpstr>
      <vt:lpstr>ADRIEN MERCIER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ADRIEN MERCIER</dc:title>
  <dc:creator>Estelle</dc:creator>
  <cp:lastModifiedBy>Estelle</cp:lastModifiedBy>
  <cp:revision>82</cp:revision>
  <dcterms:created xsi:type="dcterms:W3CDTF">2021-06-12T13:14:30Z</dcterms:created>
  <dcterms:modified xsi:type="dcterms:W3CDTF">2021-10-22T13:39:25Z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2021-06-12T00:00:00Z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2021-06-12T00:00:00Z</vt:filetime>
  </property>
</Properties>
</file>