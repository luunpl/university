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9BAD"/>
    <a:srgbClr val="6D6E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259" autoAdjust="0"/>
    <p:restoredTop sz="95280" autoAdjust="0"/>
  </p:normalViewPr>
  <p:slideViewPr>
    <p:cSldViewPr>
      <p:cViewPr varScale="1">
        <p:scale>
          <a:sx n="54" d="100"/>
          <a:sy n="54" d="100"/>
        </p:scale>
        <p:origin x="308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39CEA-9A68-4494-B8F9-FE037C552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563" y="1750055"/>
            <a:ext cx="5667375" cy="3722887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33882-A235-42AF-B8CE-2A53D38D9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63" y="5616511"/>
            <a:ext cx="5667375" cy="258176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73" indent="0" algn="ctr">
              <a:buNone/>
              <a:defRPr sz="1240"/>
            </a:lvl2pPr>
            <a:lvl3pPr marL="566745" indent="0" algn="ctr">
              <a:buNone/>
              <a:defRPr sz="1116"/>
            </a:lvl3pPr>
            <a:lvl4pPr marL="850118" indent="0" algn="ctr">
              <a:buNone/>
              <a:defRPr sz="992"/>
            </a:lvl4pPr>
            <a:lvl5pPr marL="1133490" indent="0" algn="ctr">
              <a:buNone/>
              <a:defRPr sz="992"/>
            </a:lvl5pPr>
            <a:lvl6pPr marL="1416863" indent="0" algn="ctr">
              <a:buNone/>
              <a:defRPr sz="992"/>
            </a:lvl6pPr>
            <a:lvl7pPr marL="1700235" indent="0" algn="ctr">
              <a:buNone/>
              <a:defRPr sz="992"/>
            </a:lvl7pPr>
            <a:lvl8pPr marL="1983608" indent="0" algn="ctr">
              <a:buNone/>
              <a:defRPr sz="992"/>
            </a:lvl8pPr>
            <a:lvl9pPr marL="2266980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B2F8A-5B71-4B88-BBE5-1A8CA7731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2B992-99FE-4698-BF95-F7433F931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7798B-836B-420F-B12C-8BBEB901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81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D6F4-08B1-4957-B508-5A9FF680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8E821-9D4A-4AFD-AB78-8F35E510D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6928F-92E2-46CA-9921-DEE4F29F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826B-B696-4462-B099-141A23D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6EFE2-1479-406C-AFD2-D0E416DA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9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E4A3-E2BC-4E1B-922F-117F1598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74" y="2665925"/>
            <a:ext cx="6517481" cy="444815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7D48D-925A-4E54-A9C7-B83194E53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574" y="7156164"/>
            <a:ext cx="6517481" cy="2339180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373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6745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11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349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686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0235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360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698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85963-3E8D-4572-BE52-2B14CBA75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45878-272B-4AA1-AD46-2383F8C4F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E8B96-608A-44E0-8384-40D97FFB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9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59E8-CD2A-451A-9BD2-28C0FC1E0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44171-1942-4744-AF4D-6187C38E0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509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E7C26-27BD-494C-87AD-DBBE11DD7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5478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62E13-C064-44B8-B150-025376F11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97B29-2E2E-4CD7-AFA3-4642AD2E6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5C81D-C365-481C-A647-2893200A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9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71F97-B2B4-4B5A-8654-C8140EF39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569326"/>
            <a:ext cx="6517481" cy="2066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5EC48-CF03-4D59-A744-2E067304B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494" y="2621369"/>
            <a:ext cx="3196753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FD264-14BF-4622-B435-ED255FB8B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494" y="3906061"/>
            <a:ext cx="31967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B8778-C6A4-483C-B83B-8F8DAA92C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5478" y="2621369"/>
            <a:ext cx="3212497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D3929-4972-44EF-97F8-6C7A7A2E7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5478" y="3906061"/>
            <a:ext cx="3212497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3616D-4CD8-4B05-81E2-CEA8FA646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BDF07-866A-4586-AE22-11FE632F0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E0F43-4BB0-49E8-8617-611916BA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6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E653F-F24E-4BBC-A1B6-DDFCACCC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8EA1-FE46-43E5-8812-31BDF09A3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AF1E0-5A80-4BA5-B3B9-969B055C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C4518-0850-4237-AA3B-5FCE180A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72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453C89-DB62-44AA-95EF-37A74C4E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5C0BF4-FC9D-433B-8CD8-40DBA95C2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51F6E-5F9A-4FB5-B15D-C113AFA5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0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A2918-A2CA-4E4E-9167-359DCAF75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D33E6-A30E-4558-B1C3-0FEC43111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>
              <a:defRPr sz="1983"/>
            </a:lvl1pPr>
            <a:lvl2pPr>
              <a:defRPr sz="1735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EF883-9EAF-4ED9-A20B-73A083CCD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B2BA8-9165-4C5C-BB6F-6825463C5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8DA79-D687-4015-BE58-9F29118C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40AB5-EB4D-4366-9396-6AEE063A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8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CACE-B58A-4E65-81A5-30D3718A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1BDE46-5CE4-4166-BB0C-C9DAA2697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 marL="0" indent="0">
              <a:buNone/>
              <a:defRPr sz="1983"/>
            </a:lvl1pPr>
            <a:lvl2pPr marL="283373" indent="0">
              <a:buNone/>
              <a:defRPr sz="1735"/>
            </a:lvl2pPr>
            <a:lvl3pPr marL="566745" indent="0">
              <a:buNone/>
              <a:defRPr sz="1488"/>
            </a:lvl3pPr>
            <a:lvl4pPr marL="850118" indent="0">
              <a:buNone/>
              <a:defRPr sz="1240"/>
            </a:lvl4pPr>
            <a:lvl5pPr marL="1133490" indent="0">
              <a:buNone/>
              <a:defRPr sz="1240"/>
            </a:lvl5pPr>
            <a:lvl6pPr marL="1416863" indent="0">
              <a:buNone/>
              <a:defRPr sz="1240"/>
            </a:lvl6pPr>
            <a:lvl7pPr marL="1700235" indent="0">
              <a:buNone/>
              <a:defRPr sz="1240"/>
            </a:lvl7pPr>
            <a:lvl8pPr marL="1983608" indent="0">
              <a:buNone/>
              <a:defRPr sz="1240"/>
            </a:lvl8pPr>
            <a:lvl9pPr marL="2266980" indent="0">
              <a:buNone/>
              <a:defRPr sz="124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964A6-9CF0-4C2D-8F3B-7EA416740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0F1D0-8335-4570-A7C2-F012CAE9F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3F25B-8F44-450F-AB77-8335499C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7B140-D012-4A4A-B29D-05976C99D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5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2087-AFF8-4168-BFA7-91DA06F81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47B44-C151-48EE-8313-4203866DE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84583-19AB-456E-A5FF-5685A6D4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56B3D-E457-4D81-9299-38C7D5B17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B8282-9411-46A2-AC7A-C32592EC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1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580D0C-C31F-40B2-8FAD-8A4F9B2676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7620" y="569325"/>
            <a:ext cx="1629370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BCFE5A-92C4-4CC3-B275-63D9A503B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509" y="569325"/>
            <a:ext cx="4793655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CF823-3E53-4FC2-9BE0-E0F3BBC6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B682C-851E-4772-9E69-3AC305CB6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E5C30-3E53-43C1-B77C-60A6D807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59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004B79-3344-4216-AE40-CF073DA6C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0" y="569326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8F062-7710-446C-8AF7-A58A3D1A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510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9694-29CC-4DC4-BF26-AB1F2575C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509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DE41B-756D-4D97-B936-6A216B9A21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91" y="9911198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74F46-3BF6-4CEB-8DE5-E5701D516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6778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46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566745" rtl="0" eaLnBrk="1" latinLnBrk="0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object 105"/>
          <p:cNvSpPr/>
          <p:nvPr/>
        </p:nvSpPr>
        <p:spPr>
          <a:xfrm>
            <a:off x="4167032" y="5986780"/>
            <a:ext cx="2926080" cy="0"/>
          </a:xfrm>
          <a:custGeom>
            <a:avLst/>
            <a:gdLst/>
            <a:ahLst/>
            <a:cxnLst/>
            <a:rect l="l" t="t" r="r" b="b"/>
            <a:pathLst>
              <a:path w="6629400">
                <a:moveTo>
                  <a:pt x="662940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6D6E71"/>
            </a:solidFill>
            <a:prstDash val="dash"/>
          </a:ln>
        </p:spPr>
        <p:txBody>
          <a:bodyPr wrap="square" lIns="0" tIns="0" rIns="0" bIns="0" rtlCol="0"/>
          <a:lstStyle/>
          <a:p>
            <a:endParaRPr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298822" y="1833066"/>
            <a:ext cx="26765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9BAC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EXPÉRIENCES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39696" y="7443651"/>
            <a:ext cx="19927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9BAC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CERTIFICATIONS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9696" y="5058283"/>
            <a:ext cx="14351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9BAC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FORMATION</a:t>
            </a:r>
            <a:endParaRPr sz="18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8979" y="8797120"/>
            <a:ext cx="9385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9BAC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ATOUTS</a:t>
            </a:r>
            <a:endParaRPr sz="180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9696" y="4006007"/>
            <a:ext cx="11055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9BAC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INTÉRÊTS</a:t>
            </a:r>
            <a:endParaRPr sz="18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5295" y="305596"/>
            <a:ext cx="234442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019BAD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MARINE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5295" y="813596"/>
            <a:ext cx="19570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6F6D6E"/>
                </a:solidFill>
                <a:latin typeface="Avenir LT Std 55 Roman" panose="020B0503020203020204" pitchFamily="34" charset="0"/>
                <a:cs typeface="Athiti SemiBold" panose="020B0502040204020203" pitchFamily="2" charset="-34"/>
              </a:rPr>
              <a:t>DUPONT</a:t>
            </a:r>
            <a:endParaRPr sz="3600" dirty="0">
              <a:latin typeface="Avenir LT Std 55 Roman" panose="020B0503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2402" y="3137323"/>
            <a:ext cx="2650160" cy="637867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algn="just">
              <a:lnSpc>
                <a:spcPct val="111100"/>
              </a:lnSpc>
            </a:pPr>
            <a:r>
              <a:rPr sz="900" dirty="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santé</a:t>
            </a:r>
            <a:r>
              <a:rPr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 m’ont appris à faire preuve d’une grande  rigueur. Je suis à la recherche d’un nouveau défi et  saurai </a:t>
            </a:r>
            <a:r>
              <a:rPr sz="900" dirty="0">
                <a:solidFill>
                  <a:srgbClr val="009BAC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valoriser mes compétences et faire preuve  d’innovation pour conquérir de nouveaux marchés.</a:t>
            </a:r>
            <a:endParaRPr sz="9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1749" y="4390641"/>
            <a:ext cx="237490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6F6D6E"/>
                </a:solidFill>
                <a:latin typeface="Avenir LT Std 65 Medium" panose="020B0603020203020204" pitchFamily="34" charset="0"/>
                <a:cs typeface="Athiti SemiBold" panose="020B0502040204020203" pitchFamily="2" charset="-34"/>
              </a:rPr>
              <a:t>Responsable Régionale </a:t>
            </a:r>
            <a:r>
              <a:rPr sz="1000" b="1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- </a:t>
            </a:r>
            <a:r>
              <a:rPr sz="1000" dirty="0">
                <a:solidFill>
                  <a:srgbClr val="009BAC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Entreprise XXX  </a:t>
            </a: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Développer les ventes (Instruments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 marR="76835">
              <a:lnSpc>
                <a:spcPct val="100000"/>
              </a:lnSpc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&amp; Réactfs PCR) pour une clientèle de  biologistes publiques et privées  </a:t>
            </a:r>
            <a:r>
              <a:rPr sz="1000" b="1" dirty="0">
                <a:solidFill>
                  <a:srgbClr val="6F6D6E"/>
                </a:solidFill>
                <a:latin typeface="Avenir LT Std 65 Medium" panose="020B0603020203020204" pitchFamily="34" charset="0"/>
                <a:cs typeface="Athiti SemiBold" panose="020B0502040204020203" pitchFamily="2" charset="-34"/>
              </a:rPr>
              <a:t>Réussite : </a:t>
            </a: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Évolution de 100 k€ de vente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 marR="9525">
              <a:lnSpc>
                <a:spcPct val="100000"/>
              </a:lnSpc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en 2010 et 900 k€ en 2014, 21 nouveaux  clients en portefeuille, augmentation du  nombre de tests différents utilisés par  compte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1749" y="5983258"/>
            <a:ext cx="236410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6F6D6E"/>
                </a:solidFill>
                <a:latin typeface="Avenir LT Std 65 Medium" panose="020B0603020203020204" pitchFamily="34" charset="0"/>
                <a:cs typeface="Athiti SemiBold" panose="020B0502040204020203" pitchFamily="2" charset="-34"/>
              </a:rPr>
              <a:t>Responsable Commerciale Ouest -</a:t>
            </a:r>
            <a:endParaRPr sz="1000" dirty="0">
              <a:latin typeface="Avenir LT Std 65 Medium" panose="020B0603020203020204" pitchFamily="34" charset="0"/>
              <a:cs typeface="Athiti SemiBold" panose="020B0502040204020203" pitchFamily="2" charset="-34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009BAC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Entreprise XXX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 marR="147320">
              <a:lnSpc>
                <a:spcPct val="100000"/>
              </a:lnSpc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Gérer le portefeuille client et assurer la  prospection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 marR="5080">
              <a:lnSpc>
                <a:spcPct val="100000"/>
              </a:lnSpc>
            </a:pPr>
            <a:r>
              <a:rPr sz="1000" b="1" dirty="0">
                <a:solidFill>
                  <a:srgbClr val="6F6D6E"/>
                </a:solidFill>
                <a:latin typeface="Avenir LT Std 65 Medium" panose="020B0603020203020204" pitchFamily="34" charset="0"/>
                <a:cs typeface="Athiti SemiBold" panose="020B0502040204020203" pitchFamily="2" charset="-34"/>
              </a:rPr>
              <a:t>Réussite : </a:t>
            </a: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Atteinte des objectifs avec  500 k€ de CA de vente en ligne, forte  croissance sur la vente de consommables  et d’instruments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1749" y="7498965"/>
            <a:ext cx="2291715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2225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6F6D6E"/>
                </a:solidFill>
                <a:latin typeface="Avenir LT Std 65 Medium" panose="020B0603020203020204" pitchFamily="34" charset="0"/>
                <a:cs typeface="Athiti SemiBold" panose="020B0502040204020203" pitchFamily="2" charset="-34"/>
              </a:rPr>
              <a:t>Responsable Export EU / Produits  Vétérinaires - </a:t>
            </a:r>
            <a:r>
              <a:rPr sz="1000" dirty="0">
                <a:solidFill>
                  <a:srgbClr val="009BAC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Entreprise XXX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 marR="5080">
              <a:lnSpc>
                <a:spcPct val="100000"/>
              </a:lnSpc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Gérer le portefeuille client existant  (Royaume-Uni); Prospecter de nouveaux  marchés (Italie et Irlande)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94683" y="6680717"/>
            <a:ext cx="13684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ECOLE XXX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 marR="5080" algn="ctr">
              <a:lnSpc>
                <a:spcPct val="100000"/>
              </a:lnSpc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Master en Marketing et  Gestion des Entreprises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21345" y="6680717"/>
            <a:ext cx="122999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ECOLE XXX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 marR="5080" algn="ctr">
              <a:lnSpc>
                <a:spcPct val="100000"/>
              </a:lnSpc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Brevet de Technicien  Supérieur Commerce  </a:t>
            </a:r>
            <a:r>
              <a:rPr sz="100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Internati</a:t>
            </a:r>
            <a:r>
              <a:rPr lang="en-US" sz="100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o</a:t>
            </a:r>
            <a:r>
              <a:rPr sz="100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nal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3002" y="2265358"/>
            <a:ext cx="5384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Paris  01/2015-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Présent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0462" y="4377053"/>
            <a:ext cx="584588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Paris  08/2010-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01/2015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462" y="5959571"/>
            <a:ext cx="60579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Paris  08/2008-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08/2010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0462" y="7473595"/>
            <a:ext cx="60579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Londres  09/2004-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04/2008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75221" y="5743556"/>
            <a:ext cx="30797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2008</a:t>
            </a:r>
            <a:endParaRPr sz="100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49625" y="6048356"/>
            <a:ext cx="559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83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Antipolis,  France</a:t>
            </a:r>
            <a:endParaRPr sz="100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60918" y="1284841"/>
            <a:ext cx="1336675" cy="4298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algn="r">
              <a:lnSpc>
                <a:spcPct val="97400"/>
              </a:lnSpc>
              <a:spcBef>
                <a:spcPts val="125"/>
              </a:spcBef>
            </a:pPr>
            <a:r>
              <a:rPr sz="900" dirty="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Trilingue</a:t>
            </a:r>
            <a:r>
              <a:rPr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  </a:t>
            </a:r>
            <a:endParaRPr lang="en-US" sz="900" dirty="0">
              <a:solidFill>
                <a:srgbClr val="6F6D6E"/>
              </a:solidFill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 marR="5080" algn="r">
              <a:lnSpc>
                <a:spcPct val="97400"/>
              </a:lnSpc>
              <a:spcBef>
                <a:spcPts val="125"/>
              </a:spcBef>
            </a:pPr>
            <a:r>
              <a:rPr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Expertise </a:t>
            </a:r>
            <a:r>
              <a:rPr lang="en-US"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T</a:t>
            </a:r>
            <a:r>
              <a:rPr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echnique  </a:t>
            </a:r>
            <a:r>
              <a:rPr sz="900" dirty="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Expérience</a:t>
            </a:r>
            <a:r>
              <a:rPr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 </a:t>
            </a:r>
            <a:r>
              <a:rPr lang="en-US" sz="90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I</a:t>
            </a:r>
            <a:r>
              <a:rPr sz="90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nternationale</a:t>
            </a:r>
            <a:endParaRPr sz="9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7172" y="1297547"/>
            <a:ext cx="3625878" cy="40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540"/>
              </a:lnSpc>
              <a:spcBef>
                <a:spcPts val="100"/>
              </a:spcBef>
            </a:pPr>
            <a:r>
              <a:rPr sz="1400" dirty="0">
                <a:solidFill>
                  <a:srgbClr val="9A999A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Ingénieure d’Affaires - Key Account Manager</a:t>
            </a:r>
            <a:endParaRPr sz="14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>
              <a:lnSpc>
                <a:spcPts val="1540"/>
              </a:lnSpc>
            </a:pPr>
            <a:r>
              <a:rPr sz="1400" dirty="0">
                <a:solidFill>
                  <a:srgbClr val="9A999A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+12 ans d’expérience</a:t>
            </a:r>
            <a:endParaRPr sz="14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449217" y="4380518"/>
            <a:ext cx="534035" cy="520065"/>
            <a:chOff x="4449217" y="4380518"/>
            <a:chExt cx="534035" cy="52006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2810" y="4467136"/>
              <a:ext cx="346282" cy="34627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455567" y="4386868"/>
              <a:ext cx="521334" cy="507365"/>
            </a:xfrm>
            <a:custGeom>
              <a:avLst/>
              <a:gdLst/>
              <a:ahLst/>
              <a:cxnLst/>
              <a:rect l="l" t="t" r="r" b="b"/>
              <a:pathLst>
                <a:path w="521335" h="507364">
                  <a:moveTo>
                    <a:pt x="260388" y="506818"/>
                  </a:moveTo>
                  <a:lnTo>
                    <a:pt x="307194" y="502736"/>
                  </a:lnTo>
                  <a:lnTo>
                    <a:pt x="351248" y="490965"/>
                  </a:lnTo>
                  <a:lnTo>
                    <a:pt x="391813" y="472222"/>
                  </a:lnTo>
                  <a:lnTo>
                    <a:pt x="428155" y="447222"/>
                  </a:lnTo>
                  <a:lnTo>
                    <a:pt x="459538" y="416681"/>
                  </a:lnTo>
                  <a:lnTo>
                    <a:pt x="485227" y="381314"/>
                  </a:lnTo>
                  <a:lnTo>
                    <a:pt x="504486" y="341837"/>
                  </a:lnTo>
                  <a:lnTo>
                    <a:pt x="516581" y="298966"/>
                  </a:lnTo>
                  <a:lnTo>
                    <a:pt x="520776" y="253415"/>
                  </a:lnTo>
                  <a:lnTo>
                    <a:pt x="516581" y="207864"/>
                  </a:lnTo>
                  <a:lnTo>
                    <a:pt x="504486" y="164992"/>
                  </a:lnTo>
                  <a:lnTo>
                    <a:pt x="485227" y="125513"/>
                  </a:lnTo>
                  <a:lnTo>
                    <a:pt x="459538" y="90144"/>
                  </a:lnTo>
                  <a:lnTo>
                    <a:pt x="428155" y="59601"/>
                  </a:lnTo>
                  <a:lnTo>
                    <a:pt x="391813" y="34599"/>
                  </a:lnTo>
                  <a:lnTo>
                    <a:pt x="351248" y="15854"/>
                  </a:lnTo>
                  <a:lnTo>
                    <a:pt x="307194" y="4082"/>
                  </a:lnTo>
                  <a:lnTo>
                    <a:pt x="260388" y="0"/>
                  </a:lnTo>
                  <a:lnTo>
                    <a:pt x="213581" y="4082"/>
                  </a:lnTo>
                  <a:lnTo>
                    <a:pt x="169527" y="15854"/>
                  </a:lnTo>
                  <a:lnTo>
                    <a:pt x="128962" y="34599"/>
                  </a:lnTo>
                  <a:lnTo>
                    <a:pt x="92620" y="59601"/>
                  </a:lnTo>
                  <a:lnTo>
                    <a:pt x="61237" y="90144"/>
                  </a:lnTo>
                  <a:lnTo>
                    <a:pt x="35549" y="125513"/>
                  </a:lnTo>
                  <a:lnTo>
                    <a:pt x="16289" y="164992"/>
                  </a:lnTo>
                  <a:lnTo>
                    <a:pt x="4194" y="207864"/>
                  </a:lnTo>
                  <a:lnTo>
                    <a:pt x="0" y="253415"/>
                  </a:lnTo>
                  <a:lnTo>
                    <a:pt x="4194" y="298966"/>
                  </a:lnTo>
                  <a:lnTo>
                    <a:pt x="16289" y="341837"/>
                  </a:lnTo>
                  <a:lnTo>
                    <a:pt x="35549" y="381314"/>
                  </a:lnTo>
                  <a:lnTo>
                    <a:pt x="61237" y="416681"/>
                  </a:lnTo>
                  <a:lnTo>
                    <a:pt x="92620" y="447222"/>
                  </a:lnTo>
                  <a:lnTo>
                    <a:pt x="128962" y="472222"/>
                  </a:lnTo>
                  <a:lnTo>
                    <a:pt x="169527" y="490965"/>
                  </a:lnTo>
                  <a:lnTo>
                    <a:pt x="213581" y="502736"/>
                  </a:lnTo>
                  <a:lnTo>
                    <a:pt x="260388" y="506818"/>
                  </a:lnTo>
                  <a:close/>
                </a:path>
              </a:pathLst>
            </a:custGeom>
            <a:ln w="12700">
              <a:solidFill>
                <a:srgbClr val="009BA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venir LT Std 45 Book" panose="020B0502020203020204" pitchFamily="34" charset="0"/>
                <a:cs typeface="Athiti SemiBold" panose="020B0502040204020203" pitchFamily="2" charset="-34"/>
              </a:endParaRPr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744791" y="4380517"/>
            <a:ext cx="534035" cy="520065"/>
            <a:chOff x="5744791" y="4380517"/>
            <a:chExt cx="534035" cy="520065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3596" y="4462344"/>
              <a:ext cx="355865" cy="35586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751141" y="4386867"/>
              <a:ext cx="521334" cy="507365"/>
            </a:xfrm>
            <a:custGeom>
              <a:avLst/>
              <a:gdLst/>
              <a:ahLst/>
              <a:cxnLst/>
              <a:rect l="l" t="t" r="r" b="b"/>
              <a:pathLst>
                <a:path w="521335" h="507364">
                  <a:moveTo>
                    <a:pt x="260388" y="506818"/>
                  </a:moveTo>
                  <a:lnTo>
                    <a:pt x="307194" y="502736"/>
                  </a:lnTo>
                  <a:lnTo>
                    <a:pt x="351248" y="490965"/>
                  </a:lnTo>
                  <a:lnTo>
                    <a:pt x="391813" y="472222"/>
                  </a:lnTo>
                  <a:lnTo>
                    <a:pt x="428155" y="447222"/>
                  </a:lnTo>
                  <a:lnTo>
                    <a:pt x="459538" y="416681"/>
                  </a:lnTo>
                  <a:lnTo>
                    <a:pt x="485227" y="381314"/>
                  </a:lnTo>
                  <a:lnTo>
                    <a:pt x="504486" y="341837"/>
                  </a:lnTo>
                  <a:lnTo>
                    <a:pt x="516581" y="298966"/>
                  </a:lnTo>
                  <a:lnTo>
                    <a:pt x="520776" y="253415"/>
                  </a:lnTo>
                  <a:lnTo>
                    <a:pt x="516581" y="207864"/>
                  </a:lnTo>
                  <a:lnTo>
                    <a:pt x="504486" y="164992"/>
                  </a:lnTo>
                  <a:lnTo>
                    <a:pt x="485227" y="125513"/>
                  </a:lnTo>
                  <a:lnTo>
                    <a:pt x="459538" y="90144"/>
                  </a:lnTo>
                  <a:lnTo>
                    <a:pt x="428155" y="59601"/>
                  </a:lnTo>
                  <a:lnTo>
                    <a:pt x="391813" y="34599"/>
                  </a:lnTo>
                  <a:lnTo>
                    <a:pt x="351248" y="15854"/>
                  </a:lnTo>
                  <a:lnTo>
                    <a:pt x="307194" y="4082"/>
                  </a:lnTo>
                  <a:lnTo>
                    <a:pt x="260388" y="0"/>
                  </a:lnTo>
                  <a:lnTo>
                    <a:pt x="213581" y="4082"/>
                  </a:lnTo>
                  <a:lnTo>
                    <a:pt x="169527" y="15854"/>
                  </a:lnTo>
                  <a:lnTo>
                    <a:pt x="128962" y="34599"/>
                  </a:lnTo>
                  <a:lnTo>
                    <a:pt x="92620" y="59601"/>
                  </a:lnTo>
                  <a:lnTo>
                    <a:pt x="61237" y="90144"/>
                  </a:lnTo>
                  <a:lnTo>
                    <a:pt x="35549" y="125513"/>
                  </a:lnTo>
                  <a:lnTo>
                    <a:pt x="16289" y="164992"/>
                  </a:lnTo>
                  <a:lnTo>
                    <a:pt x="4194" y="207864"/>
                  </a:lnTo>
                  <a:lnTo>
                    <a:pt x="0" y="253415"/>
                  </a:lnTo>
                  <a:lnTo>
                    <a:pt x="4194" y="298966"/>
                  </a:lnTo>
                  <a:lnTo>
                    <a:pt x="16289" y="341837"/>
                  </a:lnTo>
                  <a:lnTo>
                    <a:pt x="35549" y="381314"/>
                  </a:lnTo>
                  <a:lnTo>
                    <a:pt x="61237" y="416681"/>
                  </a:lnTo>
                  <a:lnTo>
                    <a:pt x="92620" y="447222"/>
                  </a:lnTo>
                  <a:lnTo>
                    <a:pt x="128962" y="472222"/>
                  </a:lnTo>
                  <a:lnTo>
                    <a:pt x="169527" y="490965"/>
                  </a:lnTo>
                  <a:lnTo>
                    <a:pt x="213581" y="502736"/>
                  </a:lnTo>
                  <a:lnTo>
                    <a:pt x="260388" y="506818"/>
                  </a:lnTo>
                  <a:close/>
                </a:path>
              </a:pathLst>
            </a:custGeom>
            <a:ln w="12700">
              <a:solidFill>
                <a:srgbClr val="009BA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venir LT Std 45 Book" panose="020B0502020203020204" pitchFamily="34" charset="0"/>
                <a:cs typeface="Athiti SemiBold" panose="020B0502040204020203" pitchFamily="2" charset="-34"/>
              </a:endParaRPr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097004" y="4380518"/>
            <a:ext cx="534035" cy="520065"/>
            <a:chOff x="5097004" y="4380518"/>
            <a:chExt cx="534035" cy="520065"/>
          </a:xfrm>
        </p:grpSpPr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3304" y="4454436"/>
              <a:ext cx="346278" cy="34627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103354" y="4386868"/>
              <a:ext cx="521334" cy="507365"/>
            </a:xfrm>
            <a:custGeom>
              <a:avLst/>
              <a:gdLst/>
              <a:ahLst/>
              <a:cxnLst/>
              <a:rect l="l" t="t" r="r" b="b"/>
              <a:pathLst>
                <a:path w="521335" h="507364">
                  <a:moveTo>
                    <a:pt x="260388" y="506818"/>
                  </a:moveTo>
                  <a:lnTo>
                    <a:pt x="307194" y="502736"/>
                  </a:lnTo>
                  <a:lnTo>
                    <a:pt x="351248" y="490965"/>
                  </a:lnTo>
                  <a:lnTo>
                    <a:pt x="391813" y="472222"/>
                  </a:lnTo>
                  <a:lnTo>
                    <a:pt x="428155" y="447222"/>
                  </a:lnTo>
                  <a:lnTo>
                    <a:pt x="459538" y="416681"/>
                  </a:lnTo>
                  <a:lnTo>
                    <a:pt x="485227" y="381314"/>
                  </a:lnTo>
                  <a:lnTo>
                    <a:pt x="504486" y="341837"/>
                  </a:lnTo>
                  <a:lnTo>
                    <a:pt x="516581" y="298966"/>
                  </a:lnTo>
                  <a:lnTo>
                    <a:pt x="520776" y="253415"/>
                  </a:lnTo>
                  <a:lnTo>
                    <a:pt x="516581" y="207864"/>
                  </a:lnTo>
                  <a:lnTo>
                    <a:pt x="504486" y="164992"/>
                  </a:lnTo>
                  <a:lnTo>
                    <a:pt x="485227" y="125513"/>
                  </a:lnTo>
                  <a:lnTo>
                    <a:pt x="459538" y="90144"/>
                  </a:lnTo>
                  <a:lnTo>
                    <a:pt x="428155" y="59601"/>
                  </a:lnTo>
                  <a:lnTo>
                    <a:pt x="391813" y="34599"/>
                  </a:lnTo>
                  <a:lnTo>
                    <a:pt x="351248" y="15854"/>
                  </a:lnTo>
                  <a:lnTo>
                    <a:pt x="307194" y="4082"/>
                  </a:lnTo>
                  <a:lnTo>
                    <a:pt x="260388" y="0"/>
                  </a:lnTo>
                  <a:lnTo>
                    <a:pt x="213581" y="4082"/>
                  </a:lnTo>
                  <a:lnTo>
                    <a:pt x="169527" y="15854"/>
                  </a:lnTo>
                  <a:lnTo>
                    <a:pt x="128962" y="34599"/>
                  </a:lnTo>
                  <a:lnTo>
                    <a:pt x="92620" y="59601"/>
                  </a:lnTo>
                  <a:lnTo>
                    <a:pt x="61237" y="90144"/>
                  </a:lnTo>
                  <a:lnTo>
                    <a:pt x="35549" y="125513"/>
                  </a:lnTo>
                  <a:lnTo>
                    <a:pt x="16289" y="164992"/>
                  </a:lnTo>
                  <a:lnTo>
                    <a:pt x="4194" y="207864"/>
                  </a:lnTo>
                  <a:lnTo>
                    <a:pt x="0" y="253415"/>
                  </a:lnTo>
                  <a:lnTo>
                    <a:pt x="4194" y="298966"/>
                  </a:lnTo>
                  <a:lnTo>
                    <a:pt x="16289" y="341837"/>
                  </a:lnTo>
                  <a:lnTo>
                    <a:pt x="35549" y="381314"/>
                  </a:lnTo>
                  <a:lnTo>
                    <a:pt x="61237" y="416681"/>
                  </a:lnTo>
                  <a:lnTo>
                    <a:pt x="92620" y="447222"/>
                  </a:lnTo>
                  <a:lnTo>
                    <a:pt x="128962" y="472222"/>
                  </a:lnTo>
                  <a:lnTo>
                    <a:pt x="169527" y="490965"/>
                  </a:lnTo>
                  <a:lnTo>
                    <a:pt x="213581" y="502736"/>
                  </a:lnTo>
                  <a:lnTo>
                    <a:pt x="260388" y="506818"/>
                  </a:lnTo>
                  <a:close/>
                </a:path>
              </a:pathLst>
            </a:custGeom>
            <a:ln w="12700">
              <a:solidFill>
                <a:srgbClr val="009BA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venir LT Std 45 Book" panose="020B0502020203020204" pitchFamily="34" charset="0"/>
                <a:cs typeface="Athiti SemiBold" panose="020B0502040204020203" pitchFamily="2" charset="-34"/>
              </a:endParaRPr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6392578" y="4380518"/>
            <a:ext cx="534035" cy="520065"/>
            <a:chOff x="6392578" y="4380518"/>
            <a:chExt cx="534035" cy="520065"/>
          </a:xfrm>
        </p:grpSpPr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86171" y="4467136"/>
              <a:ext cx="346288" cy="34627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398928" y="4386868"/>
              <a:ext cx="521334" cy="507365"/>
            </a:xfrm>
            <a:custGeom>
              <a:avLst/>
              <a:gdLst/>
              <a:ahLst/>
              <a:cxnLst/>
              <a:rect l="l" t="t" r="r" b="b"/>
              <a:pathLst>
                <a:path w="521334" h="507364">
                  <a:moveTo>
                    <a:pt x="260388" y="506818"/>
                  </a:moveTo>
                  <a:lnTo>
                    <a:pt x="307194" y="502736"/>
                  </a:lnTo>
                  <a:lnTo>
                    <a:pt x="351248" y="490965"/>
                  </a:lnTo>
                  <a:lnTo>
                    <a:pt x="391813" y="472222"/>
                  </a:lnTo>
                  <a:lnTo>
                    <a:pt x="428155" y="447222"/>
                  </a:lnTo>
                  <a:lnTo>
                    <a:pt x="459538" y="416681"/>
                  </a:lnTo>
                  <a:lnTo>
                    <a:pt x="485227" y="381314"/>
                  </a:lnTo>
                  <a:lnTo>
                    <a:pt x="504486" y="341837"/>
                  </a:lnTo>
                  <a:lnTo>
                    <a:pt x="516581" y="298966"/>
                  </a:lnTo>
                  <a:lnTo>
                    <a:pt x="520776" y="253415"/>
                  </a:lnTo>
                  <a:lnTo>
                    <a:pt x="516581" y="207864"/>
                  </a:lnTo>
                  <a:lnTo>
                    <a:pt x="504486" y="164992"/>
                  </a:lnTo>
                  <a:lnTo>
                    <a:pt x="485227" y="125513"/>
                  </a:lnTo>
                  <a:lnTo>
                    <a:pt x="459538" y="90144"/>
                  </a:lnTo>
                  <a:lnTo>
                    <a:pt x="428155" y="59601"/>
                  </a:lnTo>
                  <a:lnTo>
                    <a:pt x="391813" y="34599"/>
                  </a:lnTo>
                  <a:lnTo>
                    <a:pt x="351248" y="15854"/>
                  </a:lnTo>
                  <a:lnTo>
                    <a:pt x="307194" y="4082"/>
                  </a:lnTo>
                  <a:lnTo>
                    <a:pt x="260388" y="0"/>
                  </a:lnTo>
                  <a:lnTo>
                    <a:pt x="213581" y="4082"/>
                  </a:lnTo>
                  <a:lnTo>
                    <a:pt x="169527" y="15854"/>
                  </a:lnTo>
                  <a:lnTo>
                    <a:pt x="128962" y="34599"/>
                  </a:lnTo>
                  <a:lnTo>
                    <a:pt x="92620" y="59601"/>
                  </a:lnTo>
                  <a:lnTo>
                    <a:pt x="61237" y="90144"/>
                  </a:lnTo>
                  <a:lnTo>
                    <a:pt x="35549" y="125513"/>
                  </a:lnTo>
                  <a:lnTo>
                    <a:pt x="16289" y="164992"/>
                  </a:lnTo>
                  <a:lnTo>
                    <a:pt x="4194" y="207864"/>
                  </a:lnTo>
                  <a:lnTo>
                    <a:pt x="0" y="253415"/>
                  </a:lnTo>
                  <a:lnTo>
                    <a:pt x="4194" y="298966"/>
                  </a:lnTo>
                  <a:lnTo>
                    <a:pt x="16289" y="341837"/>
                  </a:lnTo>
                  <a:lnTo>
                    <a:pt x="35549" y="381314"/>
                  </a:lnTo>
                  <a:lnTo>
                    <a:pt x="61237" y="416681"/>
                  </a:lnTo>
                  <a:lnTo>
                    <a:pt x="92620" y="447222"/>
                  </a:lnTo>
                  <a:lnTo>
                    <a:pt x="128962" y="472222"/>
                  </a:lnTo>
                  <a:lnTo>
                    <a:pt x="169527" y="490965"/>
                  </a:lnTo>
                  <a:lnTo>
                    <a:pt x="213581" y="502736"/>
                  </a:lnTo>
                  <a:lnTo>
                    <a:pt x="260388" y="506818"/>
                  </a:lnTo>
                  <a:close/>
                </a:path>
              </a:pathLst>
            </a:custGeom>
            <a:ln w="12700">
              <a:solidFill>
                <a:srgbClr val="009BA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venir LT Std 45 Book" panose="020B0502020203020204" pitchFamily="34" charset="0"/>
                <a:cs typeface="Athiti SemiBold" panose="020B0502040204020203" pitchFamily="2" charset="-34"/>
              </a:endParaRPr>
            </a:p>
          </p:txBody>
        </p:sp>
      </p:grpSp>
      <p:sp>
        <p:nvSpPr>
          <p:cNvPr id="41" name="object 41"/>
          <p:cNvSpPr/>
          <p:nvPr/>
        </p:nvSpPr>
        <p:spPr>
          <a:xfrm>
            <a:off x="1279037" y="7084755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5" h="18415">
                <a:moveTo>
                  <a:pt x="14198" y="0"/>
                </a:moveTo>
                <a:lnTo>
                  <a:pt x="4089" y="0"/>
                </a:lnTo>
                <a:lnTo>
                  <a:pt x="0" y="4089"/>
                </a:lnTo>
                <a:lnTo>
                  <a:pt x="0" y="14198"/>
                </a:lnTo>
                <a:lnTo>
                  <a:pt x="4089" y="18288"/>
                </a:lnTo>
                <a:lnTo>
                  <a:pt x="9143" y="18288"/>
                </a:lnTo>
                <a:lnTo>
                  <a:pt x="14198" y="18288"/>
                </a:lnTo>
                <a:lnTo>
                  <a:pt x="18287" y="14198"/>
                </a:lnTo>
                <a:lnTo>
                  <a:pt x="18287" y="4089"/>
                </a:lnTo>
                <a:lnTo>
                  <a:pt x="14198" y="0"/>
                </a:lnTo>
                <a:close/>
              </a:path>
            </a:pathLst>
          </a:custGeom>
          <a:solidFill>
            <a:srgbClr val="6F6D6E"/>
          </a:solidFill>
        </p:spPr>
        <p:txBody>
          <a:bodyPr wrap="square" lIns="0" tIns="0" rIns="0" bIns="0" rtlCol="0"/>
          <a:lstStyle/>
          <a:p>
            <a:endParaRPr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380507" y="5489292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79" h="1097279">
                <a:moveTo>
                  <a:pt x="548639" y="1097279"/>
                </a:moveTo>
                <a:lnTo>
                  <a:pt x="595979" y="1095266"/>
                </a:lnTo>
                <a:lnTo>
                  <a:pt x="642200" y="1089334"/>
                </a:lnTo>
                <a:lnTo>
                  <a:pt x="687138" y="1079649"/>
                </a:lnTo>
                <a:lnTo>
                  <a:pt x="730628" y="1066376"/>
                </a:lnTo>
                <a:lnTo>
                  <a:pt x="772506" y="1049679"/>
                </a:lnTo>
                <a:lnTo>
                  <a:pt x="812607" y="1029723"/>
                </a:lnTo>
                <a:lnTo>
                  <a:pt x="850766" y="1006672"/>
                </a:lnTo>
                <a:lnTo>
                  <a:pt x="886819" y="980692"/>
                </a:lnTo>
                <a:lnTo>
                  <a:pt x="920600" y="951946"/>
                </a:lnTo>
                <a:lnTo>
                  <a:pt x="951946" y="920600"/>
                </a:lnTo>
                <a:lnTo>
                  <a:pt x="980692" y="886819"/>
                </a:lnTo>
                <a:lnTo>
                  <a:pt x="1006672" y="850766"/>
                </a:lnTo>
                <a:lnTo>
                  <a:pt x="1029723" y="812607"/>
                </a:lnTo>
                <a:lnTo>
                  <a:pt x="1049679" y="772506"/>
                </a:lnTo>
                <a:lnTo>
                  <a:pt x="1066376" y="730628"/>
                </a:lnTo>
                <a:lnTo>
                  <a:pt x="1079649" y="687138"/>
                </a:lnTo>
                <a:lnTo>
                  <a:pt x="1089334" y="642200"/>
                </a:lnTo>
                <a:lnTo>
                  <a:pt x="1095266" y="595979"/>
                </a:lnTo>
                <a:lnTo>
                  <a:pt x="1097280" y="548639"/>
                </a:lnTo>
                <a:lnTo>
                  <a:pt x="1095266" y="501300"/>
                </a:lnTo>
                <a:lnTo>
                  <a:pt x="1089334" y="455079"/>
                </a:lnTo>
                <a:lnTo>
                  <a:pt x="1079649" y="410141"/>
                </a:lnTo>
                <a:lnTo>
                  <a:pt x="1066376" y="366651"/>
                </a:lnTo>
                <a:lnTo>
                  <a:pt x="1049679" y="324773"/>
                </a:lnTo>
                <a:lnTo>
                  <a:pt x="1029723" y="284672"/>
                </a:lnTo>
                <a:lnTo>
                  <a:pt x="1006672" y="246513"/>
                </a:lnTo>
                <a:lnTo>
                  <a:pt x="980692" y="210460"/>
                </a:lnTo>
                <a:lnTo>
                  <a:pt x="951946" y="176679"/>
                </a:lnTo>
                <a:lnTo>
                  <a:pt x="920600" y="145333"/>
                </a:lnTo>
                <a:lnTo>
                  <a:pt x="886819" y="116587"/>
                </a:lnTo>
                <a:lnTo>
                  <a:pt x="850766" y="90607"/>
                </a:lnTo>
                <a:lnTo>
                  <a:pt x="812607" y="67556"/>
                </a:lnTo>
                <a:lnTo>
                  <a:pt x="772506" y="47600"/>
                </a:lnTo>
                <a:lnTo>
                  <a:pt x="730628" y="30903"/>
                </a:lnTo>
                <a:lnTo>
                  <a:pt x="687138" y="17630"/>
                </a:lnTo>
                <a:lnTo>
                  <a:pt x="642200" y="7945"/>
                </a:lnTo>
                <a:lnTo>
                  <a:pt x="595979" y="2013"/>
                </a:lnTo>
                <a:lnTo>
                  <a:pt x="548639" y="0"/>
                </a:lnTo>
                <a:lnTo>
                  <a:pt x="501300" y="2013"/>
                </a:lnTo>
                <a:lnTo>
                  <a:pt x="455079" y="7945"/>
                </a:lnTo>
                <a:lnTo>
                  <a:pt x="410141" y="17630"/>
                </a:lnTo>
                <a:lnTo>
                  <a:pt x="366651" y="30903"/>
                </a:lnTo>
                <a:lnTo>
                  <a:pt x="324773" y="47600"/>
                </a:lnTo>
                <a:lnTo>
                  <a:pt x="284672" y="67556"/>
                </a:lnTo>
                <a:lnTo>
                  <a:pt x="246513" y="90607"/>
                </a:lnTo>
                <a:lnTo>
                  <a:pt x="210460" y="116587"/>
                </a:lnTo>
                <a:lnTo>
                  <a:pt x="176679" y="145333"/>
                </a:lnTo>
                <a:lnTo>
                  <a:pt x="145333" y="176679"/>
                </a:lnTo>
                <a:lnTo>
                  <a:pt x="116587" y="210460"/>
                </a:lnTo>
                <a:lnTo>
                  <a:pt x="90607" y="246513"/>
                </a:lnTo>
                <a:lnTo>
                  <a:pt x="67556" y="284672"/>
                </a:lnTo>
                <a:lnTo>
                  <a:pt x="47600" y="324773"/>
                </a:lnTo>
                <a:lnTo>
                  <a:pt x="30903" y="366651"/>
                </a:lnTo>
                <a:lnTo>
                  <a:pt x="17630" y="410141"/>
                </a:lnTo>
                <a:lnTo>
                  <a:pt x="7945" y="455079"/>
                </a:lnTo>
                <a:lnTo>
                  <a:pt x="2013" y="501300"/>
                </a:lnTo>
                <a:lnTo>
                  <a:pt x="0" y="548639"/>
                </a:lnTo>
                <a:lnTo>
                  <a:pt x="2013" y="595979"/>
                </a:lnTo>
                <a:lnTo>
                  <a:pt x="7945" y="642200"/>
                </a:lnTo>
                <a:lnTo>
                  <a:pt x="17630" y="687138"/>
                </a:lnTo>
                <a:lnTo>
                  <a:pt x="30903" y="730628"/>
                </a:lnTo>
                <a:lnTo>
                  <a:pt x="47600" y="772506"/>
                </a:lnTo>
                <a:lnTo>
                  <a:pt x="67556" y="812607"/>
                </a:lnTo>
                <a:lnTo>
                  <a:pt x="90607" y="850766"/>
                </a:lnTo>
                <a:lnTo>
                  <a:pt x="116587" y="886819"/>
                </a:lnTo>
                <a:lnTo>
                  <a:pt x="145333" y="920600"/>
                </a:lnTo>
                <a:lnTo>
                  <a:pt x="176679" y="951946"/>
                </a:lnTo>
                <a:lnTo>
                  <a:pt x="210460" y="980692"/>
                </a:lnTo>
                <a:lnTo>
                  <a:pt x="246513" y="1006672"/>
                </a:lnTo>
                <a:lnTo>
                  <a:pt x="284672" y="1029723"/>
                </a:lnTo>
                <a:lnTo>
                  <a:pt x="324773" y="1049679"/>
                </a:lnTo>
                <a:lnTo>
                  <a:pt x="366651" y="1066376"/>
                </a:lnTo>
                <a:lnTo>
                  <a:pt x="410141" y="1079649"/>
                </a:lnTo>
                <a:lnTo>
                  <a:pt x="455079" y="1089334"/>
                </a:lnTo>
                <a:lnTo>
                  <a:pt x="501300" y="1095266"/>
                </a:lnTo>
                <a:lnTo>
                  <a:pt x="548639" y="1097279"/>
                </a:lnTo>
                <a:close/>
              </a:path>
            </a:pathLst>
          </a:custGeom>
          <a:ln w="127000">
            <a:solidFill>
              <a:srgbClr val="009BAC"/>
            </a:solidFill>
          </a:ln>
        </p:spPr>
        <p:txBody>
          <a:bodyPr wrap="square" lIns="0" tIns="0" rIns="0" bIns="0" rtlCol="0"/>
          <a:lstStyle/>
          <a:p>
            <a:endParaRPr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033284" y="5607353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10454" y="2360"/>
                </a:lnTo>
                <a:lnTo>
                  <a:pt x="365059" y="9288"/>
                </a:lnTo>
                <a:lnTo>
                  <a:pt x="321243" y="20555"/>
                </a:lnTo>
                <a:lnTo>
                  <a:pt x="279238" y="35929"/>
                </a:lnTo>
                <a:lnTo>
                  <a:pt x="239272" y="55182"/>
                </a:lnTo>
                <a:lnTo>
                  <a:pt x="201576" y="78083"/>
                </a:lnTo>
                <a:lnTo>
                  <a:pt x="166379" y="104403"/>
                </a:lnTo>
                <a:lnTo>
                  <a:pt x="133911" y="133911"/>
                </a:lnTo>
                <a:lnTo>
                  <a:pt x="104403" y="166379"/>
                </a:lnTo>
                <a:lnTo>
                  <a:pt x="78083" y="201576"/>
                </a:lnTo>
                <a:lnTo>
                  <a:pt x="55182" y="239272"/>
                </a:lnTo>
                <a:lnTo>
                  <a:pt x="35929" y="279238"/>
                </a:lnTo>
                <a:lnTo>
                  <a:pt x="20555" y="321243"/>
                </a:lnTo>
                <a:lnTo>
                  <a:pt x="9288" y="365059"/>
                </a:lnTo>
                <a:lnTo>
                  <a:pt x="2360" y="410454"/>
                </a:lnTo>
                <a:lnTo>
                  <a:pt x="0" y="457200"/>
                </a:lnTo>
                <a:lnTo>
                  <a:pt x="2360" y="503945"/>
                </a:lnTo>
                <a:lnTo>
                  <a:pt x="9288" y="549340"/>
                </a:lnTo>
                <a:lnTo>
                  <a:pt x="20555" y="593156"/>
                </a:lnTo>
                <a:lnTo>
                  <a:pt x="35929" y="635161"/>
                </a:lnTo>
                <a:lnTo>
                  <a:pt x="55182" y="675127"/>
                </a:lnTo>
                <a:lnTo>
                  <a:pt x="78083" y="712823"/>
                </a:lnTo>
                <a:lnTo>
                  <a:pt x="104403" y="748020"/>
                </a:lnTo>
                <a:lnTo>
                  <a:pt x="133911" y="780488"/>
                </a:lnTo>
                <a:lnTo>
                  <a:pt x="166379" y="809996"/>
                </a:lnTo>
                <a:lnTo>
                  <a:pt x="201576" y="836316"/>
                </a:lnTo>
                <a:lnTo>
                  <a:pt x="239272" y="859217"/>
                </a:lnTo>
                <a:lnTo>
                  <a:pt x="279238" y="878470"/>
                </a:lnTo>
                <a:lnTo>
                  <a:pt x="321243" y="893844"/>
                </a:lnTo>
                <a:lnTo>
                  <a:pt x="365059" y="905111"/>
                </a:lnTo>
                <a:lnTo>
                  <a:pt x="410454" y="912039"/>
                </a:lnTo>
                <a:lnTo>
                  <a:pt x="457200" y="914400"/>
                </a:lnTo>
                <a:lnTo>
                  <a:pt x="503945" y="912039"/>
                </a:lnTo>
                <a:lnTo>
                  <a:pt x="549340" y="905111"/>
                </a:lnTo>
                <a:lnTo>
                  <a:pt x="593156" y="893844"/>
                </a:lnTo>
                <a:lnTo>
                  <a:pt x="635161" y="878470"/>
                </a:lnTo>
                <a:lnTo>
                  <a:pt x="675127" y="859217"/>
                </a:lnTo>
                <a:lnTo>
                  <a:pt x="712823" y="836316"/>
                </a:lnTo>
                <a:lnTo>
                  <a:pt x="748020" y="809996"/>
                </a:lnTo>
                <a:lnTo>
                  <a:pt x="780488" y="780488"/>
                </a:lnTo>
                <a:lnTo>
                  <a:pt x="809996" y="748020"/>
                </a:lnTo>
                <a:lnTo>
                  <a:pt x="836316" y="712823"/>
                </a:lnTo>
                <a:lnTo>
                  <a:pt x="859217" y="675127"/>
                </a:lnTo>
                <a:lnTo>
                  <a:pt x="878470" y="635161"/>
                </a:lnTo>
                <a:lnTo>
                  <a:pt x="893844" y="593156"/>
                </a:lnTo>
                <a:lnTo>
                  <a:pt x="905111" y="549340"/>
                </a:lnTo>
                <a:lnTo>
                  <a:pt x="912039" y="503945"/>
                </a:lnTo>
                <a:lnTo>
                  <a:pt x="914400" y="457200"/>
                </a:lnTo>
                <a:lnTo>
                  <a:pt x="912039" y="410454"/>
                </a:lnTo>
                <a:lnTo>
                  <a:pt x="905111" y="365059"/>
                </a:lnTo>
                <a:lnTo>
                  <a:pt x="893844" y="321243"/>
                </a:lnTo>
                <a:lnTo>
                  <a:pt x="878470" y="279238"/>
                </a:lnTo>
                <a:lnTo>
                  <a:pt x="859217" y="239272"/>
                </a:lnTo>
                <a:lnTo>
                  <a:pt x="836316" y="201576"/>
                </a:lnTo>
                <a:lnTo>
                  <a:pt x="809996" y="166379"/>
                </a:lnTo>
                <a:lnTo>
                  <a:pt x="780488" y="133911"/>
                </a:lnTo>
                <a:lnTo>
                  <a:pt x="748020" y="104403"/>
                </a:lnTo>
                <a:lnTo>
                  <a:pt x="712823" y="78083"/>
                </a:lnTo>
                <a:lnTo>
                  <a:pt x="675127" y="55182"/>
                </a:lnTo>
                <a:lnTo>
                  <a:pt x="635161" y="35929"/>
                </a:lnTo>
                <a:lnTo>
                  <a:pt x="593156" y="20555"/>
                </a:lnTo>
                <a:lnTo>
                  <a:pt x="549340" y="9288"/>
                </a:lnTo>
                <a:lnTo>
                  <a:pt x="503945" y="2360"/>
                </a:lnTo>
                <a:lnTo>
                  <a:pt x="457200" y="0"/>
                </a:lnTo>
                <a:close/>
              </a:path>
            </a:pathLst>
          </a:custGeom>
          <a:solidFill>
            <a:srgbClr val="009BAC"/>
          </a:solidFill>
        </p:spPr>
        <p:txBody>
          <a:bodyPr wrap="square" lIns="0" tIns="0" rIns="0" bIns="0" rtlCol="0"/>
          <a:lstStyle/>
          <a:p>
            <a:endParaRPr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79492" y="9557777"/>
            <a:ext cx="39433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Bilingue</a:t>
            </a:r>
            <a:endParaRPr sz="8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07438" y="9557778"/>
            <a:ext cx="421005" cy="2616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R="5080" algn="ctr">
              <a:lnSpc>
                <a:spcPts val="900"/>
              </a:lnSpc>
              <a:spcBef>
                <a:spcPts val="180"/>
              </a:spcBef>
            </a:pPr>
            <a:r>
              <a:rPr sz="8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Inter-  médiaire</a:t>
            </a:r>
            <a:endParaRPr sz="8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477233" y="9609403"/>
            <a:ext cx="35750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Avancé</a:t>
            </a:r>
            <a:endParaRPr sz="8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232271" y="8865603"/>
            <a:ext cx="852805" cy="1183640"/>
          </a:xfrm>
          <a:custGeom>
            <a:avLst/>
            <a:gdLst/>
            <a:ahLst/>
            <a:cxnLst/>
            <a:rect l="l" t="t" r="r" b="b"/>
            <a:pathLst>
              <a:path w="852804" h="1183640">
                <a:moveTo>
                  <a:pt x="576072" y="20574"/>
                </a:moveTo>
                <a:lnTo>
                  <a:pt x="575678" y="8686"/>
                </a:lnTo>
                <a:lnTo>
                  <a:pt x="572947" y="2578"/>
                </a:lnTo>
                <a:lnTo>
                  <a:pt x="565505" y="317"/>
                </a:lnTo>
                <a:lnTo>
                  <a:pt x="551027" y="0"/>
                </a:lnTo>
                <a:lnTo>
                  <a:pt x="25044" y="0"/>
                </a:lnTo>
                <a:lnTo>
                  <a:pt x="10566" y="317"/>
                </a:lnTo>
                <a:lnTo>
                  <a:pt x="3136" y="2578"/>
                </a:lnTo>
                <a:lnTo>
                  <a:pt x="393" y="8686"/>
                </a:lnTo>
                <a:lnTo>
                  <a:pt x="0" y="20574"/>
                </a:lnTo>
                <a:lnTo>
                  <a:pt x="0" y="181889"/>
                </a:lnTo>
                <a:lnTo>
                  <a:pt x="393" y="193789"/>
                </a:lnTo>
                <a:lnTo>
                  <a:pt x="3136" y="199898"/>
                </a:lnTo>
                <a:lnTo>
                  <a:pt x="10566" y="202145"/>
                </a:lnTo>
                <a:lnTo>
                  <a:pt x="25044" y="202463"/>
                </a:lnTo>
                <a:lnTo>
                  <a:pt x="385826" y="202463"/>
                </a:lnTo>
                <a:lnTo>
                  <a:pt x="432473" y="338785"/>
                </a:lnTo>
                <a:lnTo>
                  <a:pt x="486930" y="202463"/>
                </a:lnTo>
                <a:lnTo>
                  <a:pt x="551027" y="202463"/>
                </a:lnTo>
                <a:lnTo>
                  <a:pt x="565505" y="202145"/>
                </a:lnTo>
                <a:lnTo>
                  <a:pt x="572947" y="199898"/>
                </a:lnTo>
                <a:lnTo>
                  <a:pt x="575678" y="193789"/>
                </a:lnTo>
                <a:lnTo>
                  <a:pt x="576072" y="181889"/>
                </a:lnTo>
                <a:lnTo>
                  <a:pt x="576072" y="20574"/>
                </a:lnTo>
                <a:close/>
              </a:path>
              <a:path w="852804" h="1183640">
                <a:moveTo>
                  <a:pt x="852741" y="771867"/>
                </a:moveTo>
                <a:lnTo>
                  <a:pt x="849972" y="723887"/>
                </a:lnTo>
                <a:lnTo>
                  <a:pt x="841870" y="677519"/>
                </a:lnTo>
                <a:lnTo>
                  <a:pt x="828751" y="633095"/>
                </a:lnTo>
                <a:lnTo>
                  <a:pt x="810920" y="590918"/>
                </a:lnTo>
                <a:lnTo>
                  <a:pt x="793953" y="560705"/>
                </a:lnTo>
                <a:lnTo>
                  <a:pt x="793953" y="771867"/>
                </a:lnTo>
                <a:lnTo>
                  <a:pt x="790727" y="819734"/>
                </a:lnTo>
                <a:lnTo>
                  <a:pt x="781354" y="865632"/>
                </a:lnTo>
                <a:lnTo>
                  <a:pt x="766229" y="909154"/>
                </a:lnTo>
                <a:lnTo>
                  <a:pt x="745794" y="949883"/>
                </a:lnTo>
                <a:lnTo>
                  <a:pt x="720458" y="987386"/>
                </a:lnTo>
                <a:lnTo>
                  <a:pt x="690651" y="1021257"/>
                </a:lnTo>
                <a:lnTo>
                  <a:pt x="656780" y="1051077"/>
                </a:lnTo>
                <a:lnTo>
                  <a:pt x="619264" y="1076413"/>
                </a:lnTo>
                <a:lnTo>
                  <a:pt x="578548" y="1096848"/>
                </a:lnTo>
                <a:lnTo>
                  <a:pt x="535025" y="1111961"/>
                </a:lnTo>
                <a:lnTo>
                  <a:pt x="489115" y="1121346"/>
                </a:lnTo>
                <a:lnTo>
                  <a:pt x="441261" y="1124559"/>
                </a:lnTo>
                <a:lnTo>
                  <a:pt x="393395" y="1121346"/>
                </a:lnTo>
                <a:lnTo>
                  <a:pt x="347497" y="1111961"/>
                </a:lnTo>
                <a:lnTo>
                  <a:pt x="303974" y="1096848"/>
                </a:lnTo>
                <a:lnTo>
                  <a:pt x="263245" y="1076413"/>
                </a:lnTo>
                <a:lnTo>
                  <a:pt x="225729" y="1051077"/>
                </a:lnTo>
                <a:lnTo>
                  <a:pt x="191858" y="1021257"/>
                </a:lnTo>
                <a:lnTo>
                  <a:pt x="162052" y="987386"/>
                </a:lnTo>
                <a:lnTo>
                  <a:pt x="136715" y="949883"/>
                </a:lnTo>
                <a:lnTo>
                  <a:pt x="116281" y="909154"/>
                </a:lnTo>
                <a:lnTo>
                  <a:pt x="101168" y="865632"/>
                </a:lnTo>
                <a:lnTo>
                  <a:pt x="91782" y="819734"/>
                </a:lnTo>
                <a:lnTo>
                  <a:pt x="88569" y="771867"/>
                </a:lnTo>
                <a:lnTo>
                  <a:pt x="91782" y="724014"/>
                </a:lnTo>
                <a:lnTo>
                  <a:pt x="101168" y="678103"/>
                </a:lnTo>
                <a:lnTo>
                  <a:pt x="116281" y="634580"/>
                </a:lnTo>
                <a:lnTo>
                  <a:pt x="136715" y="593852"/>
                </a:lnTo>
                <a:lnTo>
                  <a:pt x="162052" y="556348"/>
                </a:lnTo>
                <a:lnTo>
                  <a:pt x="191858" y="522478"/>
                </a:lnTo>
                <a:lnTo>
                  <a:pt x="225729" y="492658"/>
                </a:lnTo>
                <a:lnTo>
                  <a:pt x="263245" y="467334"/>
                </a:lnTo>
                <a:lnTo>
                  <a:pt x="303974" y="446900"/>
                </a:lnTo>
                <a:lnTo>
                  <a:pt x="347497" y="431774"/>
                </a:lnTo>
                <a:lnTo>
                  <a:pt x="393395" y="422402"/>
                </a:lnTo>
                <a:lnTo>
                  <a:pt x="441261" y="419176"/>
                </a:lnTo>
                <a:lnTo>
                  <a:pt x="489115" y="422402"/>
                </a:lnTo>
                <a:lnTo>
                  <a:pt x="535025" y="431774"/>
                </a:lnTo>
                <a:lnTo>
                  <a:pt x="578548" y="446900"/>
                </a:lnTo>
                <a:lnTo>
                  <a:pt x="619264" y="467334"/>
                </a:lnTo>
                <a:lnTo>
                  <a:pt x="656780" y="492658"/>
                </a:lnTo>
                <a:lnTo>
                  <a:pt x="690651" y="522478"/>
                </a:lnTo>
                <a:lnTo>
                  <a:pt x="720458" y="556348"/>
                </a:lnTo>
                <a:lnTo>
                  <a:pt x="745794" y="593852"/>
                </a:lnTo>
                <a:lnTo>
                  <a:pt x="766229" y="634580"/>
                </a:lnTo>
                <a:lnTo>
                  <a:pt x="781354" y="678103"/>
                </a:lnTo>
                <a:lnTo>
                  <a:pt x="790727" y="724014"/>
                </a:lnTo>
                <a:lnTo>
                  <a:pt x="793953" y="771867"/>
                </a:lnTo>
                <a:lnTo>
                  <a:pt x="793953" y="560705"/>
                </a:lnTo>
                <a:lnTo>
                  <a:pt x="762342" y="514515"/>
                </a:lnTo>
                <a:lnTo>
                  <a:pt x="732218" y="480910"/>
                </a:lnTo>
                <a:lnTo>
                  <a:pt x="698614" y="450786"/>
                </a:lnTo>
                <a:lnTo>
                  <a:pt x="661847" y="424446"/>
                </a:lnTo>
                <a:lnTo>
                  <a:pt x="652449" y="419176"/>
                </a:lnTo>
                <a:lnTo>
                  <a:pt x="622211" y="402209"/>
                </a:lnTo>
                <a:lnTo>
                  <a:pt x="580034" y="384378"/>
                </a:lnTo>
                <a:lnTo>
                  <a:pt x="535609" y="371259"/>
                </a:lnTo>
                <a:lnTo>
                  <a:pt x="489242" y="363156"/>
                </a:lnTo>
                <a:lnTo>
                  <a:pt x="441261" y="360387"/>
                </a:lnTo>
                <a:lnTo>
                  <a:pt x="393268" y="363156"/>
                </a:lnTo>
                <a:lnTo>
                  <a:pt x="346913" y="371259"/>
                </a:lnTo>
                <a:lnTo>
                  <a:pt x="302488" y="384378"/>
                </a:lnTo>
                <a:lnTo>
                  <a:pt x="260299" y="402209"/>
                </a:lnTo>
                <a:lnTo>
                  <a:pt x="220662" y="424446"/>
                </a:lnTo>
                <a:lnTo>
                  <a:pt x="183896" y="450786"/>
                </a:lnTo>
                <a:lnTo>
                  <a:pt x="150291" y="480910"/>
                </a:lnTo>
                <a:lnTo>
                  <a:pt x="120180" y="514515"/>
                </a:lnTo>
                <a:lnTo>
                  <a:pt x="93840" y="551281"/>
                </a:lnTo>
                <a:lnTo>
                  <a:pt x="71602" y="590918"/>
                </a:lnTo>
                <a:lnTo>
                  <a:pt x="53771" y="633095"/>
                </a:lnTo>
                <a:lnTo>
                  <a:pt x="40640" y="677519"/>
                </a:lnTo>
                <a:lnTo>
                  <a:pt x="32550" y="723887"/>
                </a:lnTo>
                <a:lnTo>
                  <a:pt x="29781" y="771867"/>
                </a:lnTo>
                <a:lnTo>
                  <a:pt x="32550" y="819861"/>
                </a:lnTo>
                <a:lnTo>
                  <a:pt x="40640" y="866216"/>
                </a:lnTo>
                <a:lnTo>
                  <a:pt x="53771" y="910640"/>
                </a:lnTo>
                <a:lnTo>
                  <a:pt x="71602" y="952830"/>
                </a:lnTo>
                <a:lnTo>
                  <a:pt x="93840" y="992454"/>
                </a:lnTo>
                <a:lnTo>
                  <a:pt x="120180" y="1029233"/>
                </a:lnTo>
                <a:lnTo>
                  <a:pt x="150291" y="1062824"/>
                </a:lnTo>
                <a:lnTo>
                  <a:pt x="183896" y="1092949"/>
                </a:lnTo>
                <a:lnTo>
                  <a:pt x="220662" y="1119289"/>
                </a:lnTo>
                <a:lnTo>
                  <a:pt x="260299" y="1141526"/>
                </a:lnTo>
                <a:lnTo>
                  <a:pt x="302488" y="1159357"/>
                </a:lnTo>
                <a:lnTo>
                  <a:pt x="346913" y="1172476"/>
                </a:lnTo>
                <a:lnTo>
                  <a:pt x="393268" y="1180579"/>
                </a:lnTo>
                <a:lnTo>
                  <a:pt x="441261" y="1183347"/>
                </a:lnTo>
                <a:lnTo>
                  <a:pt x="489242" y="1180579"/>
                </a:lnTo>
                <a:lnTo>
                  <a:pt x="535609" y="1172476"/>
                </a:lnTo>
                <a:lnTo>
                  <a:pt x="580034" y="1159357"/>
                </a:lnTo>
                <a:lnTo>
                  <a:pt x="622211" y="1141526"/>
                </a:lnTo>
                <a:lnTo>
                  <a:pt x="652449" y="1124559"/>
                </a:lnTo>
                <a:lnTo>
                  <a:pt x="661847" y="1119289"/>
                </a:lnTo>
                <a:lnTo>
                  <a:pt x="698614" y="1092949"/>
                </a:lnTo>
                <a:lnTo>
                  <a:pt x="732218" y="1062824"/>
                </a:lnTo>
                <a:lnTo>
                  <a:pt x="762342" y="1029233"/>
                </a:lnTo>
                <a:lnTo>
                  <a:pt x="788670" y="992454"/>
                </a:lnTo>
                <a:lnTo>
                  <a:pt x="810920" y="952830"/>
                </a:lnTo>
                <a:lnTo>
                  <a:pt x="828751" y="910640"/>
                </a:lnTo>
                <a:lnTo>
                  <a:pt x="841870" y="866216"/>
                </a:lnTo>
                <a:lnTo>
                  <a:pt x="849972" y="819861"/>
                </a:lnTo>
                <a:lnTo>
                  <a:pt x="852741" y="771867"/>
                </a:lnTo>
                <a:close/>
              </a:path>
            </a:pathLst>
          </a:custGeom>
          <a:solidFill>
            <a:srgbClr val="009BAC"/>
          </a:solidFill>
        </p:spPr>
        <p:txBody>
          <a:bodyPr wrap="square" lIns="0" tIns="0" rIns="0" bIns="0" rtlCol="0"/>
          <a:lstStyle/>
          <a:p>
            <a:endParaRPr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233578" y="8980194"/>
            <a:ext cx="765175" cy="1050290"/>
            <a:chOff x="5233578" y="8980194"/>
            <a:chExt cx="765175" cy="1050290"/>
          </a:xfrm>
        </p:grpSpPr>
        <p:sp>
          <p:nvSpPr>
            <p:cNvPr id="49" name="object 49"/>
            <p:cNvSpPr/>
            <p:nvPr/>
          </p:nvSpPr>
          <p:spPr>
            <a:xfrm>
              <a:off x="5312792" y="934437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69" y="3130"/>
                  </a:lnTo>
                  <a:lnTo>
                    <a:pt x="251742" y="12248"/>
                  </a:lnTo>
                  <a:lnTo>
                    <a:pt x="209426" y="26946"/>
                  </a:lnTo>
                  <a:lnTo>
                    <a:pt x="169830" y="46815"/>
                  </a:lnTo>
                  <a:lnTo>
                    <a:pt x="133362" y="71446"/>
                  </a:lnTo>
                  <a:lnTo>
                    <a:pt x="100431" y="100431"/>
                  </a:lnTo>
                  <a:lnTo>
                    <a:pt x="71446" y="133362"/>
                  </a:lnTo>
                  <a:lnTo>
                    <a:pt x="46815" y="169830"/>
                  </a:lnTo>
                  <a:lnTo>
                    <a:pt x="26946" y="209426"/>
                  </a:lnTo>
                  <a:lnTo>
                    <a:pt x="12248" y="251742"/>
                  </a:lnTo>
                  <a:lnTo>
                    <a:pt x="3130" y="296369"/>
                  </a:lnTo>
                  <a:lnTo>
                    <a:pt x="0" y="342900"/>
                  </a:lnTo>
                  <a:lnTo>
                    <a:pt x="3130" y="389430"/>
                  </a:lnTo>
                  <a:lnTo>
                    <a:pt x="12248" y="434057"/>
                  </a:lnTo>
                  <a:lnTo>
                    <a:pt x="26946" y="476373"/>
                  </a:lnTo>
                  <a:lnTo>
                    <a:pt x="46815" y="515969"/>
                  </a:lnTo>
                  <a:lnTo>
                    <a:pt x="71446" y="552437"/>
                  </a:lnTo>
                  <a:lnTo>
                    <a:pt x="100431" y="585368"/>
                  </a:lnTo>
                  <a:lnTo>
                    <a:pt x="133362" y="614353"/>
                  </a:lnTo>
                  <a:lnTo>
                    <a:pt x="169830" y="638984"/>
                  </a:lnTo>
                  <a:lnTo>
                    <a:pt x="209426" y="658853"/>
                  </a:lnTo>
                  <a:lnTo>
                    <a:pt x="251742" y="673551"/>
                  </a:lnTo>
                  <a:lnTo>
                    <a:pt x="296369" y="682669"/>
                  </a:lnTo>
                  <a:lnTo>
                    <a:pt x="342900" y="685800"/>
                  </a:lnTo>
                  <a:lnTo>
                    <a:pt x="389430" y="682669"/>
                  </a:lnTo>
                  <a:lnTo>
                    <a:pt x="434057" y="673551"/>
                  </a:lnTo>
                  <a:lnTo>
                    <a:pt x="476373" y="658853"/>
                  </a:lnTo>
                  <a:lnTo>
                    <a:pt x="515969" y="638984"/>
                  </a:lnTo>
                  <a:lnTo>
                    <a:pt x="519181" y="636816"/>
                  </a:lnTo>
                  <a:lnTo>
                    <a:pt x="342900" y="636816"/>
                  </a:lnTo>
                  <a:lnTo>
                    <a:pt x="295226" y="632969"/>
                  </a:lnTo>
                  <a:lnTo>
                    <a:pt x="250002" y="621831"/>
                  </a:lnTo>
                  <a:lnTo>
                    <a:pt x="207831" y="604008"/>
                  </a:lnTo>
                  <a:lnTo>
                    <a:pt x="169319" y="580105"/>
                  </a:lnTo>
                  <a:lnTo>
                    <a:pt x="135072" y="550727"/>
                  </a:lnTo>
                  <a:lnTo>
                    <a:pt x="105694" y="516480"/>
                  </a:lnTo>
                  <a:lnTo>
                    <a:pt x="81791" y="477968"/>
                  </a:lnTo>
                  <a:lnTo>
                    <a:pt x="63968" y="435797"/>
                  </a:lnTo>
                  <a:lnTo>
                    <a:pt x="52830" y="390573"/>
                  </a:lnTo>
                  <a:lnTo>
                    <a:pt x="48983" y="342900"/>
                  </a:lnTo>
                  <a:lnTo>
                    <a:pt x="52830" y="295223"/>
                  </a:lnTo>
                  <a:lnTo>
                    <a:pt x="63968" y="249997"/>
                  </a:lnTo>
                  <a:lnTo>
                    <a:pt x="81791" y="207825"/>
                  </a:lnTo>
                  <a:lnTo>
                    <a:pt x="105694" y="169314"/>
                  </a:lnTo>
                  <a:lnTo>
                    <a:pt x="135072" y="135067"/>
                  </a:lnTo>
                  <a:lnTo>
                    <a:pt x="169319" y="105690"/>
                  </a:lnTo>
                  <a:lnTo>
                    <a:pt x="207831" y="81789"/>
                  </a:lnTo>
                  <a:lnTo>
                    <a:pt x="250002" y="63967"/>
                  </a:lnTo>
                  <a:lnTo>
                    <a:pt x="295226" y="52830"/>
                  </a:lnTo>
                  <a:lnTo>
                    <a:pt x="342900" y="48983"/>
                  </a:lnTo>
                  <a:lnTo>
                    <a:pt x="519181" y="48983"/>
                  </a:lnTo>
                  <a:lnTo>
                    <a:pt x="515969" y="46815"/>
                  </a:lnTo>
                  <a:lnTo>
                    <a:pt x="476373" y="26946"/>
                  </a:lnTo>
                  <a:lnTo>
                    <a:pt x="434057" y="12248"/>
                  </a:lnTo>
                  <a:lnTo>
                    <a:pt x="389430" y="3130"/>
                  </a:lnTo>
                  <a:lnTo>
                    <a:pt x="342900" y="0"/>
                  </a:lnTo>
                  <a:close/>
                </a:path>
                <a:path w="685800" h="685800">
                  <a:moveTo>
                    <a:pt x="519181" y="48983"/>
                  </a:moveTo>
                  <a:lnTo>
                    <a:pt x="342900" y="48983"/>
                  </a:lnTo>
                  <a:lnTo>
                    <a:pt x="390573" y="52830"/>
                  </a:lnTo>
                  <a:lnTo>
                    <a:pt x="435797" y="63967"/>
                  </a:lnTo>
                  <a:lnTo>
                    <a:pt x="477968" y="81789"/>
                  </a:lnTo>
                  <a:lnTo>
                    <a:pt x="516480" y="105690"/>
                  </a:lnTo>
                  <a:lnTo>
                    <a:pt x="550727" y="135067"/>
                  </a:lnTo>
                  <a:lnTo>
                    <a:pt x="580105" y="169314"/>
                  </a:lnTo>
                  <a:lnTo>
                    <a:pt x="604008" y="207825"/>
                  </a:lnTo>
                  <a:lnTo>
                    <a:pt x="621831" y="249997"/>
                  </a:lnTo>
                  <a:lnTo>
                    <a:pt x="632969" y="295223"/>
                  </a:lnTo>
                  <a:lnTo>
                    <a:pt x="636816" y="342900"/>
                  </a:lnTo>
                  <a:lnTo>
                    <a:pt x="632969" y="390573"/>
                  </a:lnTo>
                  <a:lnTo>
                    <a:pt x="621831" y="435797"/>
                  </a:lnTo>
                  <a:lnTo>
                    <a:pt x="604008" y="477968"/>
                  </a:lnTo>
                  <a:lnTo>
                    <a:pt x="580105" y="516480"/>
                  </a:lnTo>
                  <a:lnTo>
                    <a:pt x="550727" y="550727"/>
                  </a:lnTo>
                  <a:lnTo>
                    <a:pt x="516480" y="580105"/>
                  </a:lnTo>
                  <a:lnTo>
                    <a:pt x="477968" y="604008"/>
                  </a:lnTo>
                  <a:lnTo>
                    <a:pt x="435797" y="621831"/>
                  </a:lnTo>
                  <a:lnTo>
                    <a:pt x="390573" y="632969"/>
                  </a:lnTo>
                  <a:lnTo>
                    <a:pt x="342900" y="636816"/>
                  </a:lnTo>
                  <a:lnTo>
                    <a:pt x="519181" y="636816"/>
                  </a:lnTo>
                  <a:lnTo>
                    <a:pt x="552437" y="614353"/>
                  </a:lnTo>
                  <a:lnTo>
                    <a:pt x="585368" y="585368"/>
                  </a:lnTo>
                  <a:lnTo>
                    <a:pt x="614353" y="552437"/>
                  </a:lnTo>
                  <a:lnTo>
                    <a:pt x="638984" y="515969"/>
                  </a:lnTo>
                  <a:lnTo>
                    <a:pt x="658853" y="476373"/>
                  </a:lnTo>
                  <a:lnTo>
                    <a:pt x="673551" y="434057"/>
                  </a:lnTo>
                  <a:lnTo>
                    <a:pt x="682669" y="389430"/>
                  </a:lnTo>
                  <a:lnTo>
                    <a:pt x="685800" y="342900"/>
                  </a:lnTo>
                  <a:lnTo>
                    <a:pt x="682669" y="296369"/>
                  </a:lnTo>
                  <a:lnTo>
                    <a:pt x="673551" y="251742"/>
                  </a:lnTo>
                  <a:lnTo>
                    <a:pt x="658853" y="209426"/>
                  </a:lnTo>
                  <a:lnTo>
                    <a:pt x="638984" y="169830"/>
                  </a:lnTo>
                  <a:lnTo>
                    <a:pt x="614353" y="133362"/>
                  </a:lnTo>
                  <a:lnTo>
                    <a:pt x="585368" y="100431"/>
                  </a:lnTo>
                  <a:lnTo>
                    <a:pt x="552437" y="71446"/>
                  </a:lnTo>
                  <a:lnTo>
                    <a:pt x="519181" y="48983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>
                <a:latin typeface="Avenir LT Std 45 Book" panose="020B0502020203020204" pitchFamily="34" charset="0"/>
                <a:cs typeface="Athiti SemiBold" panose="020B0502040204020203" pitchFamily="2" charset="-34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5233568" y="8980195"/>
              <a:ext cx="765175" cy="1050290"/>
            </a:xfrm>
            <a:custGeom>
              <a:avLst/>
              <a:gdLst/>
              <a:ahLst/>
              <a:cxnLst/>
              <a:rect l="l" t="t" r="r" b="b"/>
              <a:pathLst>
                <a:path w="765175" h="1050290">
                  <a:moveTo>
                    <a:pt x="576072" y="20574"/>
                  </a:moveTo>
                  <a:lnTo>
                    <a:pt x="575678" y="8686"/>
                  </a:lnTo>
                  <a:lnTo>
                    <a:pt x="572947" y="2578"/>
                  </a:lnTo>
                  <a:lnTo>
                    <a:pt x="565505" y="330"/>
                  </a:lnTo>
                  <a:lnTo>
                    <a:pt x="551027" y="0"/>
                  </a:lnTo>
                  <a:lnTo>
                    <a:pt x="25044" y="0"/>
                  </a:lnTo>
                  <a:lnTo>
                    <a:pt x="10566" y="330"/>
                  </a:lnTo>
                  <a:lnTo>
                    <a:pt x="3136" y="2578"/>
                  </a:lnTo>
                  <a:lnTo>
                    <a:pt x="393" y="8686"/>
                  </a:lnTo>
                  <a:lnTo>
                    <a:pt x="0" y="20574"/>
                  </a:lnTo>
                  <a:lnTo>
                    <a:pt x="0" y="181889"/>
                  </a:lnTo>
                  <a:lnTo>
                    <a:pt x="393" y="193789"/>
                  </a:lnTo>
                  <a:lnTo>
                    <a:pt x="3136" y="199898"/>
                  </a:lnTo>
                  <a:lnTo>
                    <a:pt x="10566" y="202145"/>
                  </a:lnTo>
                  <a:lnTo>
                    <a:pt x="25044" y="202463"/>
                  </a:lnTo>
                  <a:lnTo>
                    <a:pt x="385826" y="202463"/>
                  </a:lnTo>
                  <a:lnTo>
                    <a:pt x="432473" y="338785"/>
                  </a:lnTo>
                  <a:lnTo>
                    <a:pt x="486930" y="202463"/>
                  </a:lnTo>
                  <a:lnTo>
                    <a:pt x="551027" y="202463"/>
                  </a:lnTo>
                  <a:lnTo>
                    <a:pt x="565505" y="202145"/>
                  </a:lnTo>
                  <a:lnTo>
                    <a:pt x="572947" y="199898"/>
                  </a:lnTo>
                  <a:lnTo>
                    <a:pt x="575678" y="193789"/>
                  </a:lnTo>
                  <a:lnTo>
                    <a:pt x="576072" y="181889"/>
                  </a:lnTo>
                  <a:lnTo>
                    <a:pt x="576072" y="20574"/>
                  </a:lnTo>
                  <a:close/>
                </a:path>
                <a:path w="765175" h="1050290">
                  <a:moveTo>
                    <a:pt x="765022" y="707085"/>
                  </a:moveTo>
                  <a:lnTo>
                    <a:pt x="761885" y="660565"/>
                  </a:lnTo>
                  <a:lnTo>
                    <a:pt x="752767" y="615937"/>
                  </a:lnTo>
                  <a:lnTo>
                    <a:pt x="738073" y="573620"/>
                  </a:lnTo>
                  <a:lnTo>
                    <a:pt x="718197" y="534022"/>
                  </a:lnTo>
                  <a:lnTo>
                    <a:pt x="693572" y="497547"/>
                  </a:lnTo>
                  <a:lnTo>
                    <a:pt x="664591" y="464616"/>
                  </a:lnTo>
                  <a:lnTo>
                    <a:pt x="631659" y="435635"/>
                  </a:lnTo>
                  <a:lnTo>
                    <a:pt x="595185" y="411010"/>
                  </a:lnTo>
                  <a:lnTo>
                    <a:pt x="555586" y="391134"/>
                  </a:lnTo>
                  <a:lnTo>
                    <a:pt x="513270" y="376440"/>
                  </a:lnTo>
                  <a:lnTo>
                    <a:pt x="468642" y="367322"/>
                  </a:lnTo>
                  <a:lnTo>
                    <a:pt x="422122" y="364185"/>
                  </a:lnTo>
                  <a:lnTo>
                    <a:pt x="422122" y="413169"/>
                  </a:lnTo>
                  <a:lnTo>
                    <a:pt x="469785" y="417017"/>
                  </a:lnTo>
                  <a:lnTo>
                    <a:pt x="515010" y="428155"/>
                  </a:lnTo>
                  <a:lnTo>
                    <a:pt x="557187" y="445973"/>
                  </a:lnTo>
                  <a:lnTo>
                    <a:pt x="595693" y="469887"/>
                  </a:lnTo>
                  <a:lnTo>
                    <a:pt x="629945" y="499262"/>
                  </a:lnTo>
                  <a:lnTo>
                    <a:pt x="659320" y="533501"/>
                  </a:lnTo>
                  <a:lnTo>
                    <a:pt x="683221" y="572020"/>
                  </a:lnTo>
                  <a:lnTo>
                    <a:pt x="701052" y="614184"/>
                  </a:lnTo>
                  <a:lnTo>
                    <a:pt x="712190" y="659409"/>
                  </a:lnTo>
                  <a:lnTo>
                    <a:pt x="716038" y="707085"/>
                  </a:lnTo>
                  <a:lnTo>
                    <a:pt x="712190" y="754761"/>
                  </a:lnTo>
                  <a:lnTo>
                    <a:pt x="701052" y="799985"/>
                  </a:lnTo>
                  <a:lnTo>
                    <a:pt x="683221" y="842162"/>
                  </a:lnTo>
                  <a:lnTo>
                    <a:pt x="659320" y="880668"/>
                  </a:lnTo>
                  <a:lnTo>
                    <a:pt x="629945" y="914920"/>
                  </a:lnTo>
                  <a:lnTo>
                    <a:pt x="595693" y="944295"/>
                  </a:lnTo>
                  <a:lnTo>
                    <a:pt x="557187" y="968197"/>
                  </a:lnTo>
                  <a:lnTo>
                    <a:pt x="515010" y="986028"/>
                  </a:lnTo>
                  <a:lnTo>
                    <a:pt x="469785" y="997153"/>
                  </a:lnTo>
                  <a:lnTo>
                    <a:pt x="422122" y="1001001"/>
                  </a:lnTo>
                  <a:lnTo>
                    <a:pt x="365836" y="995578"/>
                  </a:lnTo>
                  <a:lnTo>
                    <a:pt x="313207" y="980008"/>
                  </a:lnTo>
                  <a:lnTo>
                    <a:pt x="265188" y="955332"/>
                  </a:lnTo>
                  <a:lnTo>
                    <a:pt x="222770" y="922616"/>
                  </a:lnTo>
                  <a:lnTo>
                    <a:pt x="220179" y="922616"/>
                  </a:lnTo>
                  <a:lnTo>
                    <a:pt x="180619" y="950315"/>
                  </a:lnTo>
                  <a:lnTo>
                    <a:pt x="220472" y="984326"/>
                  </a:lnTo>
                  <a:lnTo>
                    <a:pt x="265239" y="1011999"/>
                  </a:lnTo>
                  <a:lnTo>
                    <a:pt x="314236" y="1032637"/>
                  </a:lnTo>
                  <a:lnTo>
                    <a:pt x="366750" y="1045540"/>
                  </a:lnTo>
                  <a:lnTo>
                    <a:pt x="422122" y="1049985"/>
                  </a:lnTo>
                  <a:lnTo>
                    <a:pt x="468642" y="1046861"/>
                  </a:lnTo>
                  <a:lnTo>
                    <a:pt x="513270" y="1037742"/>
                  </a:lnTo>
                  <a:lnTo>
                    <a:pt x="555586" y="1023048"/>
                  </a:lnTo>
                  <a:lnTo>
                    <a:pt x="595185" y="1003173"/>
                  </a:lnTo>
                  <a:lnTo>
                    <a:pt x="631659" y="978535"/>
                  </a:lnTo>
                  <a:lnTo>
                    <a:pt x="664591" y="949553"/>
                  </a:lnTo>
                  <a:lnTo>
                    <a:pt x="693572" y="916622"/>
                  </a:lnTo>
                  <a:lnTo>
                    <a:pt x="718197" y="880160"/>
                  </a:lnTo>
                  <a:lnTo>
                    <a:pt x="738073" y="840562"/>
                  </a:lnTo>
                  <a:lnTo>
                    <a:pt x="752767" y="798245"/>
                  </a:lnTo>
                  <a:lnTo>
                    <a:pt x="761885" y="753618"/>
                  </a:lnTo>
                  <a:lnTo>
                    <a:pt x="765022" y="707085"/>
                  </a:lnTo>
                  <a:close/>
                </a:path>
              </a:pathLst>
            </a:custGeom>
            <a:solidFill>
              <a:srgbClr val="009BAC"/>
            </a:solidFill>
          </p:spPr>
          <p:txBody>
            <a:bodyPr wrap="square" lIns="0" tIns="0" rIns="0" bIns="0" rtlCol="0"/>
            <a:lstStyle/>
            <a:p>
              <a:endParaRPr>
                <a:latin typeface="Avenir LT Std 45 Book" panose="020B0502020203020204" pitchFamily="34" charset="0"/>
                <a:cs typeface="Athiti SemiBold" panose="020B0502040204020203" pitchFamily="2" charset="-34"/>
              </a:endParaRPr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4248761" y="9056595"/>
            <a:ext cx="762000" cy="956944"/>
            <a:chOff x="4248761" y="9056595"/>
            <a:chExt cx="762000" cy="956944"/>
          </a:xfrm>
        </p:grpSpPr>
        <p:sp>
          <p:nvSpPr>
            <p:cNvPr id="52" name="object 52"/>
            <p:cNvSpPr/>
            <p:nvPr/>
          </p:nvSpPr>
          <p:spPr>
            <a:xfrm>
              <a:off x="4415779" y="9418784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59">
                  <a:moveTo>
                    <a:pt x="297180" y="0"/>
                  </a:moveTo>
                  <a:lnTo>
                    <a:pt x="248977" y="3889"/>
                  </a:lnTo>
                  <a:lnTo>
                    <a:pt x="203250" y="15150"/>
                  </a:lnTo>
                  <a:lnTo>
                    <a:pt x="160611" y="33171"/>
                  </a:lnTo>
                  <a:lnTo>
                    <a:pt x="121671" y="57340"/>
                  </a:lnTo>
                  <a:lnTo>
                    <a:pt x="87044" y="87044"/>
                  </a:lnTo>
                  <a:lnTo>
                    <a:pt x="57340" y="121671"/>
                  </a:lnTo>
                  <a:lnTo>
                    <a:pt x="33171" y="160611"/>
                  </a:lnTo>
                  <a:lnTo>
                    <a:pt x="15150" y="203250"/>
                  </a:lnTo>
                  <a:lnTo>
                    <a:pt x="3889" y="248977"/>
                  </a:lnTo>
                  <a:lnTo>
                    <a:pt x="0" y="297180"/>
                  </a:lnTo>
                  <a:lnTo>
                    <a:pt x="3889" y="345382"/>
                  </a:lnTo>
                  <a:lnTo>
                    <a:pt x="15150" y="391109"/>
                  </a:lnTo>
                  <a:lnTo>
                    <a:pt x="33171" y="433748"/>
                  </a:lnTo>
                  <a:lnTo>
                    <a:pt x="57340" y="472688"/>
                  </a:lnTo>
                  <a:lnTo>
                    <a:pt x="87044" y="507315"/>
                  </a:lnTo>
                  <a:lnTo>
                    <a:pt x="121671" y="537019"/>
                  </a:lnTo>
                  <a:lnTo>
                    <a:pt x="160611" y="561188"/>
                  </a:lnTo>
                  <a:lnTo>
                    <a:pt x="203250" y="579209"/>
                  </a:lnTo>
                  <a:lnTo>
                    <a:pt x="248977" y="590470"/>
                  </a:lnTo>
                  <a:lnTo>
                    <a:pt x="297180" y="594360"/>
                  </a:lnTo>
                  <a:lnTo>
                    <a:pt x="345382" y="590470"/>
                  </a:lnTo>
                  <a:lnTo>
                    <a:pt x="391109" y="579209"/>
                  </a:lnTo>
                  <a:lnTo>
                    <a:pt x="433748" y="561188"/>
                  </a:lnTo>
                  <a:lnTo>
                    <a:pt x="448707" y="551903"/>
                  </a:lnTo>
                  <a:lnTo>
                    <a:pt x="297180" y="551903"/>
                  </a:lnTo>
                  <a:lnTo>
                    <a:pt x="251393" y="547799"/>
                  </a:lnTo>
                  <a:lnTo>
                    <a:pt x="208299" y="535967"/>
                  </a:lnTo>
                  <a:lnTo>
                    <a:pt x="168616" y="517126"/>
                  </a:lnTo>
                  <a:lnTo>
                    <a:pt x="133065" y="491995"/>
                  </a:lnTo>
                  <a:lnTo>
                    <a:pt x="102364" y="461294"/>
                  </a:lnTo>
                  <a:lnTo>
                    <a:pt x="77233" y="425743"/>
                  </a:lnTo>
                  <a:lnTo>
                    <a:pt x="58392" y="386060"/>
                  </a:lnTo>
                  <a:lnTo>
                    <a:pt x="46560" y="342966"/>
                  </a:lnTo>
                  <a:lnTo>
                    <a:pt x="42456" y="297180"/>
                  </a:lnTo>
                  <a:lnTo>
                    <a:pt x="46560" y="251393"/>
                  </a:lnTo>
                  <a:lnTo>
                    <a:pt x="58392" y="208299"/>
                  </a:lnTo>
                  <a:lnTo>
                    <a:pt x="77233" y="168616"/>
                  </a:lnTo>
                  <a:lnTo>
                    <a:pt x="102364" y="133065"/>
                  </a:lnTo>
                  <a:lnTo>
                    <a:pt x="133065" y="102364"/>
                  </a:lnTo>
                  <a:lnTo>
                    <a:pt x="168616" y="77233"/>
                  </a:lnTo>
                  <a:lnTo>
                    <a:pt x="208299" y="58392"/>
                  </a:lnTo>
                  <a:lnTo>
                    <a:pt x="251393" y="46560"/>
                  </a:lnTo>
                  <a:lnTo>
                    <a:pt x="297180" y="42456"/>
                  </a:lnTo>
                  <a:lnTo>
                    <a:pt x="448707" y="42456"/>
                  </a:lnTo>
                  <a:lnTo>
                    <a:pt x="433748" y="33171"/>
                  </a:lnTo>
                  <a:lnTo>
                    <a:pt x="391109" y="15150"/>
                  </a:lnTo>
                  <a:lnTo>
                    <a:pt x="345382" y="3889"/>
                  </a:lnTo>
                  <a:lnTo>
                    <a:pt x="297180" y="0"/>
                  </a:lnTo>
                  <a:close/>
                </a:path>
                <a:path w="594360" h="594359">
                  <a:moveTo>
                    <a:pt x="448707" y="42456"/>
                  </a:moveTo>
                  <a:lnTo>
                    <a:pt x="297180" y="42456"/>
                  </a:lnTo>
                  <a:lnTo>
                    <a:pt x="342966" y="46560"/>
                  </a:lnTo>
                  <a:lnTo>
                    <a:pt x="386060" y="58392"/>
                  </a:lnTo>
                  <a:lnTo>
                    <a:pt x="425743" y="77233"/>
                  </a:lnTo>
                  <a:lnTo>
                    <a:pt x="461294" y="102364"/>
                  </a:lnTo>
                  <a:lnTo>
                    <a:pt x="491995" y="133065"/>
                  </a:lnTo>
                  <a:lnTo>
                    <a:pt x="517126" y="168616"/>
                  </a:lnTo>
                  <a:lnTo>
                    <a:pt x="535967" y="208299"/>
                  </a:lnTo>
                  <a:lnTo>
                    <a:pt x="547799" y="251393"/>
                  </a:lnTo>
                  <a:lnTo>
                    <a:pt x="551903" y="297180"/>
                  </a:lnTo>
                  <a:lnTo>
                    <a:pt x="547799" y="342966"/>
                  </a:lnTo>
                  <a:lnTo>
                    <a:pt x="535967" y="386060"/>
                  </a:lnTo>
                  <a:lnTo>
                    <a:pt x="517126" y="425743"/>
                  </a:lnTo>
                  <a:lnTo>
                    <a:pt x="491995" y="461294"/>
                  </a:lnTo>
                  <a:lnTo>
                    <a:pt x="461294" y="491995"/>
                  </a:lnTo>
                  <a:lnTo>
                    <a:pt x="425743" y="517126"/>
                  </a:lnTo>
                  <a:lnTo>
                    <a:pt x="386060" y="535967"/>
                  </a:lnTo>
                  <a:lnTo>
                    <a:pt x="342966" y="547799"/>
                  </a:lnTo>
                  <a:lnTo>
                    <a:pt x="297180" y="551903"/>
                  </a:lnTo>
                  <a:lnTo>
                    <a:pt x="448707" y="551903"/>
                  </a:lnTo>
                  <a:lnTo>
                    <a:pt x="507315" y="507315"/>
                  </a:lnTo>
                  <a:lnTo>
                    <a:pt x="537019" y="472688"/>
                  </a:lnTo>
                  <a:lnTo>
                    <a:pt x="561188" y="433748"/>
                  </a:lnTo>
                  <a:lnTo>
                    <a:pt x="579209" y="391109"/>
                  </a:lnTo>
                  <a:lnTo>
                    <a:pt x="590470" y="345382"/>
                  </a:lnTo>
                  <a:lnTo>
                    <a:pt x="594360" y="297180"/>
                  </a:lnTo>
                  <a:lnTo>
                    <a:pt x="590470" y="248977"/>
                  </a:lnTo>
                  <a:lnTo>
                    <a:pt x="579209" y="203250"/>
                  </a:lnTo>
                  <a:lnTo>
                    <a:pt x="561188" y="160611"/>
                  </a:lnTo>
                  <a:lnTo>
                    <a:pt x="537019" y="121671"/>
                  </a:lnTo>
                  <a:lnTo>
                    <a:pt x="507315" y="87044"/>
                  </a:lnTo>
                  <a:lnTo>
                    <a:pt x="472688" y="57340"/>
                  </a:lnTo>
                  <a:lnTo>
                    <a:pt x="448707" y="42456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>
                <a:latin typeface="Avenir LT Std 45 Book" panose="020B0502020203020204" pitchFamily="34" charset="0"/>
                <a:cs typeface="Athiti SemiBold" panose="020B0502040204020203" pitchFamily="2" charset="-34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4248759" y="9056598"/>
              <a:ext cx="762000" cy="956944"/>
            </a:xfrm>
            <a:custGeom>
              <a:avLst/>
              <a:gdLst/>
              <a:ahLst/>
              <a:cxnLst/>
              <a:rect l="l" t="t" r="r" b="b"/>
              <a:pathLst>
                <a:path w="762000" h="956945">
                  <a:moveTo>
                    <a:pt x="627634" y="20574"/>
                  </a:moveTo>
                  <a:lnTo>
                    <a:pt x="627202" y="8686"/>
                  </a:lnTo>
                  <a:lnTo>
                    <a:pt x="624217" y="2578"/>
                  </a:lnTo>
                  <a:lnTo>
                    <a:pt x="616115" y="330"/>
                  </a:lnTo>
                  <a:lnTo>
                    <a:pt x="600341" y="0"/>
                  </a:lnTo>
                  <a:lnTo>
                    <a:pt x="27292" y="0"/>
                  </a:lnTo>
                  <a:lnTo>
                    <a:pt x="11506" y="330"/>
                  </a:lnTo>
                  <a:lnTo>
                    <a:pt x="3403" y="2578"/>
                  </a:lnTo>
                  <a:lnTo>
                    <a:pt x="419" y="8686"/>
                  </a:lnTo>
                  <a:lnTo>
                    <a:pt x="0" y="20574"/>
                  </a:lnTo>
                  <a:lnTo>
                    <a:pt x="0" y="181889"/>
                  </a:lnTo>
                  <a:lnTo>
                    <a:pt x="419" y="193789"/>
                  </a:lnTo>
                  <a:lnTo>
                    <a:pt x="3403" y="199898"/>
                  </a:lnTo>
                  <a:lnTo>
                    <a:pt x="11506" y="202145"/>
                  </a:lnTo>
                  <a:lnTo>
                    <a:pt x="27292" y="202463"/>
                  </a:lnTo>
                  <a:lnTo>
                    <a:pt x="420370" y="202463"/>
                  </a:lnTo>
                  <a:lnTo>
                    <a:pt x="471182" y="338785"/>
                  </a:lnTo>
                  <a:lnTo>
                    <a:pt x="530517" y="202463"/>
                  </a:lnTo>
                  <a:lnTo>
                    <a:pt x="600341" y="202463"/>
                  </a:lnTo>
                  <a:lnTo>
                    <a:pt x="616115" y="202145"/>
                  </a:lnTo>
                  <a:lnTo>
                    <a:pt x="624217" y="199898"/>
                  </a:lnTo>
                  <a:lnTo>
                    <a:pt x="627202" y="193789"/>
                  </a:lnTo>
                  <a:lnTo>
                    <a:pt x="627634" y="181889"/>
                  </a:lnTo>
                  <a:lnTo>
                    <a:pt x="627634" y="20574"/>
                  </a:lnTo>
                  <a:close/>
                </a:path>
                <a:path w="762000" h="956945">
                  <a:moveTo>
                    <a:pt x="761377" y="659371"/>
                  </a:moveTo>
                  <a:lnTo>
                    <a:pt x="757478" y="611174"/>
                  </a:lnTo>
                  <a:lnTo>
                    <a:pt x="746226" y="565442"/>
                  </a:lnTo>
                  <a:lnTo>
                    <a:pt x="728205" y="522808"/>
                  </a:lnTo>
                  <a:lnTo>
                    <a:pt x="704037" y="483857"/>
                  </a:lnTo>
                  <a:lnTo>
                    <a:pt x="674331" y="449237"/>
                  </a:lnTo>
                  <a:lnTo>
                    <a:pt x="639699" y="419531"/>
                  </a:lnTo>
                  <a:lnTo>
                    <a:pt x="600760" y="395363"/>
                  </a:lnTo>
                  <a:lnTo>
                    <a:pt x="558126" y="377342"/>
                  </a:lnTo>
                  <a:lnTo>
                    <a:pt x="512394" y="366077"/>
                  </a:lnTo>
                  <a:lnTo>
                    <a:pt x="464197" y="362191"/>
                  </a:lnTo>
                  <a:lnTo>
                    <a:pt x="464197" y="404647"/>
                  </a:lnTo>
                  <a:lnTo>
                    <a:pt x="509981" y="408749"/>
                  </a:lnTo>
                  <a:lnTo>
                    <a:pt x="553072" y="420585"/>
                  </a:lnTo>
                  <a:lnTo>
                    <a:pt x="592759" y="439420"/>
                  </a:lnTo>
                  <a:lnTo>
                    <a:pt x="628307" y="464553"/>
                  </a:lnTo>
                  <a:lnTo>
                    <a:pt x="659003" y="495261"/>
                  </a:lnTo>
                  <a:lnTo>
                    <a:pt x="684136" y="530809"/>
                  </a:lnTo>
                  <a:lnTo>
                    <a:pt x="702983" y="570496"/>
                  </a:lnTo>
                  <a:lnTo>
                    <a:pt x="714819" y="613587"/>
                  </a:lnTo>
                  <a:lnTo>
                    <a:pt x="718921" y="659371"/>
                  </a:lnTo>
                  <a:lnTo>
                    <a:pt x="714819" y="705154"/>
                  </a:lnTo>
                  <a:lnTo>
                    <a:pt x="702983" y="748245"/>
                  </a:lnTo>
                  <a:lnTo>
                    <a:pt x="684136" y="787933"/>
                  </a:lnTo>
                  <a:lnTo>
                    <a:pt x="659003" y="823480"/>
                  </a:lnTo>
                  <a:lnTo>
                    <a:pt x="628307" y="854189"/>
                  </a:lnTo>
                  <a:lnTo>
                    <a:pt x="592759" y="879322"/>
                  </a:lnTo>
                  <a:lnTo>
                    <a:pt x="553072" y="898156"/>
                  </a:lnTo>
                  <a:lnTo>
                    <a:pt x="509981" y="909993"/>
                  </a:lnTo>
                  <a:lnTo>
                    <a:pt x="464197" y="914095"/>
                  </a:lnTo>
                  <a:lnTo>
                    <a:pt x="464197" y="956551"/>
                  </a:lnTo>
                  <a:lnTo>
                    <a:pt x="512394" y="952665"/>
                  </a:lnTo>
                  <a:lnTo>
                    <a:pt x="558126" y="941400"/>
                  </a:lnTo>
                  <a:lnTo>
                    <a:pt x="600760" y="923378"/>
                  </a:lnTo>
                  <a:lnTo>
                    <a:pt x="639699" y="899210"/>
                  </a:lnTo>
                  <a:lnTo>
                    <a:pt x="674331" y="869505"/>
                  </a:lnTo>
                  <a:lnTo>
                    <a:pt x="704037" y="834885"/>
                  </a:lnTo>
                  <a:lnTo>
                    <a:pt x="728205" y="795934"/>
                  </a:lnTo>
                  <a:lnTo>
                    <a:pt x="746226" y="753300"/>
                  </a:lnTo>
                  <a:lnTo>
                    <a:pt x="757478" y="707567"/>
                  </a:lnTo>
                  <a:lnTo>
                    <a:pt x="761377" y="659371"/>
                  </a:lnTo>
                  <a:close/>
                </a:path>
              </a:pathLst>
            </a:custGeom>
            <a:solidFill>
              <a:srgbClr val="009BAC"/>
            </a:solidFill>
          </p:spPr>
          <p:txBody>
            <a:bodyPr wrap="square" lIns="0" tIns="0" rIns="0" bIns="0" rtlCol="0"/>
            <a:lstStyle/>
            <a:p>
              <a:endParaRPr>
                <a:latin typeface="Avenir LT Std 45 Book" panose="020B0502020203020204" pitchFamily="34" charset="0"/>
                <a:cs typeface="Athiti SemiBold" panose="020B0502040204020203" pitchFamily="2" charset="-34"/>
              </a:endParaRPr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297175" y="8872710"/>
            <a:ext cx="44640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Anglais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244832" y="8988606"/>
            <a:ext cx="55753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Espagnol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366735" y="9060558"/>
            <a:ext cx="37592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Italien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16477" y="9239350"/>
            <a:ext cx="67754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Pack Office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21510" y="9544150"/>
            <a:ext cx="107251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CRM ACT! (SAGE)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69212" y="9848950"/>
            <a:ext cx="92456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SalesForce.com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pic>
        <p:nvPicPr>
          <p:cNvPr id="60" name="object 6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0244" y="9295739"/>
            <a:ext cx="91439" cy="91440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0244" y="9598279"/>
            <a:ext cx="91439" cy="9144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0244" y="9890886"/>
            <a:ext cx="91439" cy="9144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76879" y="9295739"/>
            <a:ext cx="91439" cy="9144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76879" y="9598279"/>
            <a:ext cx="91439" cy="91440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76879" y="9890886"/>
            <a:ext cx="91439" cy="91440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55984" y="9295739"/>
            <a:ext cx="91439" cy="91440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5984" y="9598279"/>
            <a:ext cx="91439" cy="91440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55984" y="9890886"/>
            <a:ext cx="91439" cy="91440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82619" y="9295739"/>
            <a:ext cx="91439" cy="91440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82619" y="9598279"/>
            <a:ext cx="91439" cy="91440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82619" y="9890886"/>
            <a:ext cx="91439" cy="91440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61724" y="9295739"/>
            <a:ext cx="91439" cy="91440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61724" y="9598279"/>
            <a:ext cx="91439" cy="91440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61724" y="9890886"/>
            <a:ext cx="91439" cy="91440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88359" y="9598279"/>
            <a:ext cx="91439" cy="91440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88359" y="9295739"/>
            <a:ext cx="91439" cy="91440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88359" y="9890886"/>
            <a:ext cx="91439" cy="91440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67464" y="9295739"/>
            <a:ext cx="91439" cy="91440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67464" y="9598279"/>
            <a:ext cx="91439" cy="91440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67464" y="9890886"/>
            <a:ext cx="91439" cy="91440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94099" y="9295739"/>
            <a:ext cx="91440" cy="91440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94099" y="9598279"/>
            <a:ext cx="91440" cy="9144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294099" y="9890886"/>
            <a:ext cx="91440" cy="91440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73204" y="9295739"/>
            <a:ext cx="91439" cy="91440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73204" y="9598279"/>
            <a:ext cx="91439" cy="91440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73204" y="9890886"/>
            <a:ext cx="91439" cy="91440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499839" y="9295739"/>
            <a:ext cx="91440" cy="91440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99839" y="9598279"/>
            <a:ext cx="91440" cy="91440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499839" y="9890886"/>
            <a:ext cx="91440" cy="91440"/>
          </a:xfrm>
          <a:prstGeom prst="rect">
            <a:avLst/>
          </a:prstGeom>
        </p:spPr>
      </p:pic>
      <p:sp>
        <p:nvSpPr>
          <p:cNvPr id="90" name="object 90"/>
          <p:cNvSpPr txBox="1"/>
          <p:nvPr/>
        </p:nvSpPr>
        <p:spPr>
          <a:xfrm>
            <a:off x="6322529" y="5787214"/>
            <a:ext cx="3479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2005</a:t>
            </a:r>
            <a:endParaRPr sz="100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FFFFFF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Lycée</a:t>
            </a:r>
            <a:endParaRPr sz="100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218962" y="6092014"/>
            <a:ext cx="5549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 marR="5080" indent="-13462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Masséna,  Nice</a:t>
            </a:r>
            <a:endParaRPr sz="100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pic>
        <p:nvPicPr>
          <p:cNvPr id="92" name="object 9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29938" y="699317"/>
            <a:ext cx="211632" cy="211641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80634" y="697344"/>
            <a:ext cx="211632" cy="211638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578701" y="912139"/>
            <a:ext cx="211636" cy="211632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784862" y="912139"/>
            <a:ext cx="194801" cy="211632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87616" y="1838337"/>
            <a:ext cx="299238" cy="299238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439448" y="7447569"/>
            <a:ext cx="299238" cy="299238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469772" y="4011282"/>
            <a:ext cx="299229" cy="299233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469772" y="1838337"/>
            <a:ext cx="299229" cy="299237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456699" y="5057597"/>
            <a:ext cx="299238" cy="299238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865079" y="8783733"/>
            <a:ext cx="299238" cy="299238"/>
          </a:xfrm>
          <a:prstGeom prst="rect">
            <a:avLst/>
          </a:prstGeom>
        </p:spPr>
      </p:pic>
      <p:sp>
        <p:nvSpPr>
          <p:cNvPr id="102" name="object 102"/>
          <p:cNvSpPr/>
          <p:nvPr/>
        </p:nvSpPr>
        <p:spPr>
          <a:xfrm>
            <a:off x="463162" y="1757558"/>
            <a:ext cx="6629400" cy="0"/>
          </a:xfrm>
          <a:custGeom>
            <a:avLst/>
            <a:gdLst/>
            <a:ahLst/>
            <a:cxnLst/>
            <a:rect l="l" t="t" r="r" b="b"/>
            <a:pathLst>
              <a:path w="6629400">
                <a:moveTo>
                  <a:pt x="662940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4126072" y="625216"/>
            <a:ext cx="2971800" cy="0"/>
          </a:xfrm>
          <a:custGeom>
            <a:avLst/>
            <a:gdLst/>
            <a:ahLst/>
            <a:cxnLst/>
            <a:rect l="l" t="t" r="r" b="b"/>
            <a:pathLst>
              <a:path w="2971800">
                <a:moveTo>
                  <a:pt x="297180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4120762" y="1233796"/>
            <a:ext cx="2971800" cy="0"/>
          </a:xfrm>
          <a:custGeom>
            <a:avLst/>
            <a:gdLst/>
            <a:ahLst/>
            <a:cxnLst/>
            <a:rect l="l" t="t" r="r" b="b"/>
            <a:pathLst>
              <a:path w="2971800">
                <a:moveTo>
                  <a:pt x="297180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505411" y="10241153"/>
            <a:ext cx="6629400" cy="0"/>
          </a:xfrm>
          <a:custGeom>
            <a:avLst/>
            <a:gdLst/>
            <a:ahLst/>
            <a:cxnLst/>
            <a:rect l="l" t="t" r="r" b="b"/>
            <a:pathLst>
              <a:path w="6629400">
                <a:moveTo>
                  <a:pt x="662940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07" name="object 2">
            <a:extLst>
              <a:ext uri="{FF2B5EF4-FFF2-40B4-BE49-F238E27FC236}">
                <a16:creationId xmlns:a16="http://schemas.microsoft.com/office/drawing/2014/main" id="{B050F98A-5CD1-45C7-A18D-4D27283F9992}"/>
              </a:ext>
            </a:extLst>
          </p:cNvPr>
          <p:cNvSpPr txBox="1"/>
          <p:nvPr/>
        </p:nvSpPr>
        <p:spPr>
          <a:xfrm>
            <a:off x="1609845" y="2260051"/>
            <a:ext cx="2365502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0"/>
              </a:spcBef>
            </a:pPr>
            <a:r>
              <a:rPr sz="1000" b="1" dirty="0" err="1">
                <a:solidFill>
                  <a:srgbClr val="6F6D6E"/>
                </a:solidFill>
                <a:latin typeface="Avenir LT Std 65 Medium" panose="020B0603020203020204" pitchFamily="34" charset="0"/>
                <a:cs typeface="Athiti SemiBold" panose="020B0502040204020203" pitchFamily="2" charset="-34"/>
              </a:rPr>
              <a:t>Ingénieure</a:t>
            </a:r>
            <a:r>
              <a:rPr sz="1000" b="1" dirty="0">
                <a:solidFill>
                  <a:srgbClr val="6F6D6E"/>
                </a:solidFill>
                <a:latin typeface="Avenir LT Std 65 Medium" panose="020B0603020203020204" pitchFamily="34" charset="0"/>
                <a:cs typeface="Athiti SemiBold" panose="020B0502040204020203" pitchFamily="2" charset="-34"/>
              </a:rPr>
              <a:t> d’Affaires France /</a:t>
            </a:r>
            <a:endParaRPr sz="1000" dirty="0">
              <a:latin typeface="Avenir LT Std 65 Medium" panose="020B0603020203020204" pitchFamily="34" charset="0"/>
              <a:cs typeface="Athiti SemiBold" panose="020B0502040204020203" pitchFamily="2" charset="-34"/>
            </a:endParaRPr>
          </a:p>
          <a:p>
            <a:pPr marR="12065">
              <a:lnSpc>
                <a:spcPct val="100000"/>
              </a:lnSpc>
            </a:pPr>
            <a:r>
              <a:rPr sz="1000" b="1" dirty="0">
                <a:solidFill>
                  <a:srgbClr val="6F6D6E"/>
                </a:solidFill>
                <a:latin typeface="Avenir LT Std 65 Medium" panose="020B0603020203020204" pitchFamily="34" charset="0"/>
                <a:cs typeface="Athiti SemiBold" panose="020B0502040204020203" pitchFamily="2" charset="-34"/>
              </a:rPr>
              <a:t>Europe du Sud - </a:t>
            </a:r>
            <a:r>
              <a:rPr sz="1000" dirty="0">
                <a:solidFill>
                  <a:srgbClr val="009BAC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Entreprise XXX Division  Ibis Biosciences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 marR="5080">
              <a:lnSpc>
                <a:spcPct val="100000"/>
              </a:lnSpc>
            </a:pP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Lancer une nouvelle plateforme  (instruments&amp;réactifs) associant PCR &amp;  Spectométrie de masse à destination des  laboratoires de bactériologie, virologie  &amp; mycologie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  <a:p>
            <a:pPr marR="66040">
              <a:lnSpc>
                <a:spcPct val="100000"/>
              </a:lnSpc>
            </a:pPr>
            <a:r>
              <a:rPr sz="1000" b="1" dirty="0">
                <a:solidFill>
                  <a:srgbClr val="6F6D6E"/>
                </a:solidFill>
                <a:latin typeface="Avenir LT Std 65 Medium" panose="020B0603020203020204" pitchFamily="34" charset="0"/>
                <a:cs typeface="Athiti SemiBold" panose="020B0502040204020203" pitchFamily="2" charset="-34"/>
              </a:rPr>
              <a:t>Réussite : </a:t>
            </a:r>
            <a:r>
              <a:rPr sz="10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Installation de 4 plateformes  (1 FR, 1 BEL et 2 ITA), construction d’un  modèle économie, mise en place d’une  nouvelle stratégie marketing</a:t>
            </a:r>
            <a:endParaRPr sz="10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08" name="object 25">
            <a:extLst>
              <a:ext uri="{FF2B5EF4-FFF2-40B4-BE49-F238E27FC236}">
                <a16:creationId xmlns:a16="http://schemas.microsoft.com/office/drawing/2014/main" id="{C40D446B-456F-4BB7-A529-C266364C003F}"/>
              </a:ext>
            </a:extLst>
          </p:cNvPr>
          <p:cNvSpPr txBox="1"/>
          <p:nvPr/>
        </p:nvSpPr>
        <p:spPr>
          <a:xfrm>
            <a:off x="4425459" y="734881"/>
            <a:ext cx="952991" cy="138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+336 74 11 36 35</a:t>
            </a:r>
            <a:endParaRPr sz="9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09" name="object 25">
            <a:extLst>
              <a:ext uri="{FF2B5EF4-FFF2-40B4-BE49-F238E27FC236}">
                <a16:creationId xmlns:a16="http://schemas.microsoft.com/office/drawing/2014/main" id="{07456582-F965-4200-A5A3-7D047DCD24BF}"/>
              </a:ext>
            </a:extLst>
          </p:cNvPr>
          <p:cNvSpPr txBox="1"/>
          <p:nvPr/>
        </p:nvSpPr>
        <p:spPr>
          <a:xfrm>
            <a:off x="4800879" y="940907"/>
            <a:ext cx="952991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10"/>
              </a:spcBef>
            </a:pPr>
            <a:r>
              <a:rPr sz="900" dirty="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Basée</a:t>
            </a:r>
            <a:r>
              <a:rPr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 à Paris (75)</a:t>
            </a:r>
            <a:endParaRPr sz="9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10" name="object 25">
            <a:extLst>
              <a:ext uri="{FF2B5EF4-FFF2-40B4-BE49-F238E27FC236}">
                <a16:creationId xmlns:a16="http://schemas.microsoft.com/office/drawing/2014/main" id="{49303CCD-147D-473A-B69B-C0DEF1BE8E1A}"/>
              </a:ext>
            </a:extLst>
          </p:cNvPr>
          <p:cNvSpPr txBox="1"/>
          <p:nvPr/>
        </p:nvSpPr>
        <p:spPr>
          <a:xfrm>
            <a:off x="5710863" y="717992"/>
            <a:ext cx="1421626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lang="en-US"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marine.dupont@gmail.com</a:t>
            </a:r>
            <a:endParaRPr sz="9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11" name="object 25">
            <a:extLst>
              <a:ext uri="{FF2B5EF4-FFF2-40B4-BE49-F238E27FC236}">
                <a16:creationId xmlns:a16="http://schemas.microsoft.com/office/drawing/2014/main" id="{CECED870-EF17-4FA8-8842-DCE55C9927BE}"/>
              </a:ext>
            </a:extLst>
          </p:cNvPr>
          <p:cNvSpPr txBox="1"/>
          <p:nvPr/>
        </p:nvSpPr>
        <p:spPr>
          <a:xfrm>
            <a:off x="5967708" y="926967"/>
            <a:ext cx="1164781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lang="en-US"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France &amp; International</a:t>
            </a:r>
            <a:endParaRPr sz="9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12" name="object 5">
            <a:extLst>
              <a:ext uri="{FF2B5EF4-FFF2-40B4-BE49-F238E27FC236}">
                <a16:creationId xmlns:a16="http://schemas.microsoft.com/office/drawing/2014/main" id="{0935C4D0-0D8A-4FA4-9509-F6CA72839E50}"/>
              </a:ext>
            </a:extLst>
          </p:cNvPr>
          <p:cNvSpPr txBox="1"/>
          <p:nvPr/>
        </p:nvSpPr>
        <p:spPr>
          <a:xfrm>
            <a:off x="4839696" y="1847193"/>
            <a:ext cx="78499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800" dirty="0">
                <a:solidFill>
                  <a:srgbClr val="009BAC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PROFIL</a:t>
            </a:r>
            <a:endParaRPr sz="9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14" name="object 5">
            <a:extLst>
              <a:ext uri="{FF2B5EF4-FFF2-40B4-BE49-F238E27FC236}">
                <a16:creationId xmlns:a16="http://schemas.microsoft.com/office/drawing/2014/main" id="{9FFD749F-7E18-4FC9-B845-008EBC9E841B}"/>
              </a:ext>
            </a:extLst>
          </p:cNvPr>
          <p:cNvSpPr txBox="1"/>
          <p:nvPr/>
        </p:nvSpPr>
        <p:spPr>
          <a:xfrm>
            <a:off x="4442402" y="2258749"/>
            <a:ext cx="1182286" cy="917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11100"/>
              </a:lnSpc>
              <a:spcBef>
                <a:spcPts val="250"/>
              </a:spcBef>
              <a:tabLst>
                <a:tab pos="1068705" algn="l"/>
              </a:tabLst>
            </a:pPr>
            <a:r>
              <a:rPr sz="900" spc="36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Respons</a:t>
            </a:r>
            <a:r>
              <a:rPr lang="en-US" sz="900" spc="36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i</a:t>
            </a:r>
            <a:r>
              <a:rPr sz="900" spc="36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ble</a:t>
            </a:r>
            <a:r>
              <a:rPr lang="en-US" sz="900" spc="36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 </a:t>
            </a:r>
            <a:r>
              <a:rPr sz="900" spc="360" dirty="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c</a:t>
            </a:r>
            <a:r>
              <a:rPr lang="en-US" sz="900" spc="360" dirty="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o</a:t>
            </a:r>
            <a:r>
              <a:rPr sz="900" spc="360" dirty="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mmerc</a:t>
            </a:r>
            <a:r>
              <a:rPr lang="en-US" sz="900" spc="360" dirty="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i</a:t>
            </a:r>
            <a:r>
              <a:rPr sz="900" spc="360" dirty="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ale</a:t>
            </a:r>
            <a:r>
              <a:rPr lang="en-US" sz="900" spc="36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 </a:t>
            </a:r>
            <a:r>
              <a:rPr sz="900" dirty="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expérimentée</a:t>
            </a:r>
            <a:r>
              <a:rPr lang="en-US"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 </a:t>
            </a:r>
            <a:r>
              <a:rPr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et</a:t>
            </a:r>
            <a:r>
              <a:rPr lang="en-US"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 </a:t>
            </a:r>
            <a:r>
              <a:rPr lang="en-US" sz="900" dirty="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technicienne</a:t>
            </a:r>
            <a:r>
              <a:rPr lang="en-US"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 </a:t>
            </a:r>
            <a:r>
              <a:rPr lang="en-US" sz="900" dirty="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qualifiée</a:t>
            </a:r>
            <a:r>
              <a:rPr lang="en-US" sz="9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, experiences dans  le  </a:t>
            </a:r>
            <a:r>
              <a:rPr lang="en-US" sz="900" spc="200" dirty="0" err="1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secteur</a:t>
            </a:r>
            <a:r>
              <a:rPr lang="en-US" sz="900" spc="200" dirty="0">
                <a:solidFill>
                  <a:srgbClr val="6F6D6E"/>
                </a:solidFill>
                <a:latin typeface="Avenir LT Std 45 Book" panose="020B0502020203020204" pitchFamily="34" charset="0"/>
                <a:cs typeface="Athiti SemiBold" panose="020B0502040204020203" pitchFamily="2" charset="-34"/>
              </a:rPr>
              <a:t> de    la</a:t>
            </a:r>
            <a:endParaRPr lang="en-US" sz="900" spc="200" dirty="0"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  <p:sp>
        <p:nvSpPr>
          <p:cNvPr id="115" name="object 3">
            <a:extLst>
              <a:ext uri="{FF2B5EF4-FFF2-40B4-BE49-F238E27FC236}">
                <a16:creationId xmlns:a16="http://schemas.microsoft.com/office/drawing/2014/main" id="{1D67538C-1B2E-4684-8BB4-A4677AC12788}"/>
              </a:ext>
            </a:extLst>
          </p:cNvPr>
          <p:cNvSpPr txBox="1"/>
          <p:nvPr/>
        </p:nvSpPr>
        <p:spPr>
          <a:xfrm>
            <a:off x="4390381" y="7847081"/>
            <a:ext cx="2634615" cy="6586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45"/>
              </a:spcBef>
              <a:buChar char="•"/>
              <a:tabLst>
                <a:tab pos="240665" algn="l"/>
                <a:tab pos="241300" algn="l"/>
              </a:tabLst>
            </a:pPr>
            <a:r>
              <a:rPr lang="en-US" sz="1000" b="1" dirty="0">
                <a:solidFill>
                  <a:srgbClr val="6F6D6E"/>
                </a:solidFill>
                <a:latin typeface="Avenir LT Std 65 Medium" panose="020B0603020203020204" pitchFamily="34" charset="0"/>
                <a:cs typeface="Athiti SemiBold" panose="020B0502040204020203" pitchFamily="2" charset="-34"/>
              </a:rPr>
              <a:t>Certification SalesForce.com</a:t>
            </a:r>
            <a:endParaRPr lang="en-US" sz="1000" b="1" dirty="0">
              <a:latin typeface="Avenir LT Std 65 Medium" panose="020B0603020203020204" pitchFamily="34" charset="0"/>
              <a:cs typeface="Athiti SemiBold" panose="020B0502040204020203" pitchFamily="2" charset="-34"/>
            </a:endParaRP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Char char="•"/>
              <a:tabLst>
                <a:tab pos="240665" algn="l"/>
                <a:tab pos="241300" algn="l"/>
              </a:tabLst>
            </a:pPr>
            <a:r>
              <a:rPr lang="en-US" sz="1000" b="1" dirty="0">
                <a:solidFill>
                  <a:srgbClr val="6F6D6E"/>
                </a:solidFill>
                <a:latin typeface="Avenir LT Std 65 Medium" panose="020B0603020203020204" pitchFamily="34" charset="0"/>
                <a:cs typeface="Athiti SemiBold" panose="020B0502040204020203" pitchFamily="2" charset="-34"/>
              </a:rPr>
              <a:t>Strategic Selling : Miller Heiman Alumni</a:t>
            </a:r>
            <a:endParaRPr lang="en-US" sz="1000" b="1" dirty="0">
              <a:latin typeface="Avenir LT Std 65 Medium" panose="020B0603020203020204" pitchFamily="34" charset="0"/>
              <a:cs typeface="Athiti SemiBold" panose="020B0502040204020203" pitchFamily="2" charset="-34"/>
            </a:endParaRPr>
          </a:p>
          <a:p>
            <a:pPr marL="241300" marR="12700" indent="-228600">
              <a:lnSpc>
                <a:spcPts val="1000"/>
              </a:lnSpc>
              <a:spcBef>
                <a:spcPts val="400"/>
              </a:spcBef>
              <a:buChar char="•"/>
              <a:tabLst>
                <a:tab pos="240665" algn="l"/>
                <a:tab pos="241300" algn="l"/>
              </a:tabLst>
            </a:pPr>
            <a:r>
              <a:rPr lang="en-US" sz="1000" b="1" dirty="0">
                <a:solidFill>
                  <a:srgbClr val="6F6D6E"/>
                </a:solidFill>
                <a:latin typeface="Avenir LT Std 65 Medium" panose="020B0603020203020204" pitchFamily="34" charset="0"/>
                <a:cs typeface="Athiti SemiBold" panose="020B0502040204020203" pitchFamily="2" charset="-34"/>
              </a:rPr>
              <a:t>Certification Ethics &amp;  Compliance : The  Legal Knowledge Co.</a:t>
            </a:r>
            <a:endParaRPr lang="en-US" sz="1000" b="1" dirty="0">
              <a:latin typeface="Avenir LT Std 65 Medium" panose="020B0603020203020204" pitchFamily="34" charset="0"/>
              <a:cs typeface="Athiti SemiBold" panose="020B0502040204020203" pitchFamily="2" charset="-34"/>
            </a:endParaRP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EF3988F-4F09-4E1C-B248-259EDD54D8A3}"/>
              </a:ext>
            </a:extLst>
          </p:cNvPr>
          <p:cNvCxnSpPr/>
          <p:nvPr/>
        </p:nvCxnSpPr>
        <p:spPr>
          <a:xfrm>
            <a:off x="1298442" y="2506658"/>
            <a:ext cx="0" cy="5852160"/>
          </a:xfrm>
          <a:prstGeom prst="line">
            <a:avLst/>
          </a:prstGeom>
          <a:ln w="25400">
            <a:solidFill>
              <a:srgbClr val="6D6E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CA6C1F1-824D-4E3E-B2D0-C4F1B8446B33}"/>
              </a:ext>
            </a:extLst>
          </p:cNvPr>
          <p:cNvGrpSpPr/>
          <p:nvPr/>
        </p:nvGrpSpPr>
        <p:grpSpPr>
          <a:xfrm>
            <a:off x="1210584" y="2334515"/>
            <a:ext cx="173736" cy="173736"/>
            <a:chOff x="993010" y="2334515"/>
            <a:chExt cx="173736" cy="173736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695F313-FCD6-4519-BE63-A8DA78EE5368}"/>
                </a:ext>
              </a:extLst>
            </p:cNvPr>
            <p:cNvSpPr/>
            <p:nvPr/>
          </p:nvSpPr>
          <p:spPr>
            <a:xfrm>
              <a:off x="993010" y="2334515"/>
              <a:ext cx="173736" cy="17373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6D6E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D620D3D9-CBE5-4314-96D0-6B260B82C68A}"/>
                </a:ext>
              </a:extLst>
            </p:cNvPr>
            <p:cNvSpPr/>
            <p:nvPr/>
          </p:nvSpPr>
          <p:spPr>
            <a:xfrm>
              <a:off x="1070734" y="2410618"/>
              <a:ext cx="18288" cy="18288"/>
            </a:xfrm>
            <a:prstGeom prst="ellipse">
              <a:avLst/>
            </a:prstGeom>
            <a:solidFill>
              <a:srgbClr val="6D6E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64A7EEA-F9E7-4FB3-9ACF-4A70B0C10B10}"/>
              </a:ext>
            </a:extLst>
          </p:cNvPr>
          <p:cNvGrpSpPr/>
          <p:nvPr/>
        </p:nvGrpSpPr>
        <p:grpSpPr>
          <a:xfrm>
            <a:off x="1210584" y="4401440"/>
            <a:ext cx="173736" cy="173736"/>
            <a:chOff x="993010" y="2334515"/>
            <a:chExt cx="173736" cy="173736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48EC564D-D480-495F-BB8C-834E65BE3934}"/>
                </a:ext>
              </a:extLst>
            </p:cNvPr>
            <p:cNvSpPr/>
            <p:nvPr/>
          </p:nvSpPr>
          <p:spPr>
            <a:xfrm>
              <a:off x="993010" y="2334515"/>
              <a:ext cx="173736" cy="17373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6D6E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6A602550-A284-4EDE-87DE-8881553A6F83}"/>
                </a:ext>
              </a:extLst>
            </p:cNvPr>
            <p:cNvSpPr/>
            <p:nvPr/>
          </p:nvSpPr>
          <p:spPr>
            <a:xfrm>
              <a:off x="1070734" y="2410618"/>
              <a:ext cx="18288" cy="18288"/>
            </a:xfrm>
            <a:prstGeom prst="ellipse">
              <a:avLst/>
            </a:prstGeom>
            <a:solidFill>
              <a:srgbClr val="6D6E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57F6D29C-DC5F-4FD7-8E49-F57F2D58E0BE}"/>
              </a:ext>
            </a:extLst>
          </p:cNvPr>
          <p:cNvGrpSpPr/>
          <p:nvPr/>
        </p:nvGrpSpPr>
        <p:grpSpPr>
          <a:xfrm>
            <a:off x="1210584" y="6011165"/>
            <a:ext cx="173736" cy="173736"/>
            <a:chOff x="993010" y="2334515"/>
            <a:chExt cx="173736" cy="173736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FFCADF6C-1E09-4C29-83ED-E0E0DFC8F81D}"/>
                </a:ext>
              </a:extLst>
            </p:cNvPr>
            <p:cNvSpPr/>
            <p:nvPr/>
          </p:nvSpPr>
          <p:spPr>
            <a:xfrm>
              <a:off x="993010" y="2334515"/>
              <a:ext cx="173736" cy="17373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6D6E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7ACD7F23-AF63-4E43-B781-E326C36DEB9C}"/>
                </a:ext>
              </a:extLst>
            </p:cNvPr>
            <p:cNvSpPr/>
            <p:nvPr/>
          </p:nvSpPr>
          <p:spPr>
            <a:xfrm>
              <a:off x="1070734" y="2410618"/>
              <a:ext cx="18288" cy="18288"/>
            </a:xfrm>
            <a:prstGeom prst="ellipse">
              <a:avLst/>
            </a:prstGeom>
            <a:solidFill>
              <a:srgbClr val="6D6E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97D73D2-1ADA-41C4-82DE-D92A6BF4D365}"/>
              </a:ext>
            </a:extLst>
          </p:cNvPr>
          <p:cNvGrpSpPr/>
          <p:nvPr/>
        </p:nvGrpSpPr>
        <p:grpSpPr>
          <a:xfrm>
            <a:off x="1210584" y="7520878"/>
            <a:ext cx="173736" cy="173736"/>
            <a:chOff x="993010" y="2334515"/>
            <a:chExt cx="173736" cy="173736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9FF3C0FD-634D-4DB4-A37F-E479978D2159}"/>
                </a:ext>
              </a:extLst>
            </p:cNvPr>
            <p:cNvSpPr/>
            <p:nvPr/>
          </p:nvSpPr>
          <p:spPr>
            <a:xfrm>
              <a:off x="993010" y="2334515"/>
              <a:ext cx="173736" cy="17373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6D6E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A48C9816-5765-4D41-A821-9353D93234F6}"/>
                </a:ext>
              </a:extLst>
            </p:cNvPr>
            <p:cNvSpPr/>
            <p:nvPr/>
          </p:nvSpPr>
          <p:spPr>
            <a:xfrm>
              <a:off x="1070734" y="2410618"/>
              <a:ext cx="18288" cy="18288"/>
            </a:xfrm>
            <a:prstGeom prst="ellipse">
              <a:avLst/>
            </a:prstGeom>
            <a:solidFill>
              <a:srgbClr val="6D6E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5" name="Picture 134">
            <a:extLst>
              <a:ext uri="{FF2B5EF4-FFF2-40B4-BE49-F238E27FC236}">
                <a16:creationId xmlns:a16="http://schemas.microsoft.com/office/drawing/2014/main" id="{11A818FC-47AA-46EF-8357-761F77E30452}"/>
              </a:ext>
            </a:extLst>
          </p:cNvPr>
          <p:cNvPicPr preferRelativeResize="0">
            <a:picLocks/>
          </p:cNvPicPr>
          <p:nvPr/>
        </p:nvPicPr>
        <p:blipFill>
          <a:blip r:embed="rId22"/>
          <a:stretch>
            <a:fillRect/>
          </a:stretch>
        </p:blipFill>
        <p:spPr>
          <a:xfrm>
            <a:off x="5880955" y="1908078"/>
            <a:ext cx="1170432" cy="1188720"/>
          </a:xfrm>
          <a:prstGeom prst="rect">
            <a:avLst/>
          </a:prstGeom>
        </p:spPr>
      </p:pic>
      <p:sp>
        <p:nvSpPr>
          <p:cNvPr id="136" name="Rectangle 135">
            <a:extLst>
              <a:ext uri="{FF2B5EF4-FFF2-40B4-BE49-F238E27FC236}">
                <a16:creationId xmlns:a16="http://schemas.microsoft.com/office/drawing/2014/main" id="{AA5E8F25-157B-4BE6-91D6-E6567449FCFC}"/>
              </a:ext>
            </a:extLst>
          </p:cNvPr>
          <p:cNvSpPr/>
          <p:nvPr/>
        </p:nvSpPr>
        <p:spPr>
          <a:xfrm>
            <a:off x="5876193" y="1898552"/>
            <a:ext cx="1182286" cy="1193448"/>
          </a:xfrm>
          <a:prstGeom prst="rect">
            <a:avLst/>
          </a:prstGeom>
          <a:noFill/>
          <a:ln>
            <a:solidFill>
              <a:srgbClr val="019B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bject 106">
            <a:extLst>
              <a:ext uri="{FF2B5EF4-FFF2-40B4-BE49-F238E27FC236}">
                <a16:creationId xmlns:a16="http://schemas.microsoft.com/office/drawing/2014/main" id="{38312B07-ACE9-43AD-BF33-9F040F0B74E8}"/>
              </a:ext>
            </a:extLst>
          </p:cNvPr>
          <p:cNvSpPr/>
          <p:nvPr/>
        </p:nvSpPr>
        <p:spPr>
          <a:xfrm>
            <a:off x="505411" y="8644763"/>
            <a:ext cx="6629400" cy="0"/>
          </a:xfrm>
          <a:custGeom>
            <a:avLst/>
            <a:gdLst/>
            <a:ahLst/>
            <a:cxnLst/>
            <a:rect l="l" t="t" r="r" b="b"/>
            <a:pathLst>
              <a:path w="6629400">
                <a:moveTo>
                  <a:pt x="662940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Avenir LT Std 45 Book" panose="020B0502020203020204" pitchFamily="34" charset="0"/>
              <a:cs typeface="Athiti SemiBold" panose="020B0502040204020203" pitchFamily="2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351</Words>
  <Application>Microsoft Office PowerPoint</Application>
  <PresentationFormat>Personnalisé</PresentationFormat>
  <Paragraphs>60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Arial</vt:lpstr>
      <vt:lpstr>Athiti SemiBold</vt:lpstr>
      <vt:lpstr>Avenir LT Std 45 Book</vt:lpstr>
      <vt:lpstr>Avenir LT Std 55 Roman</vt:lpstr>
      <vt:lpstr>Avenir LT Std 65 Medium</vt:lpstr>
      <vt:lpstr>Calibri</vt:lpstr>
      <vt:lpstr>Calibri Light</vt:lpstr>
      <vt:lpstr>Office Theme</vt:lpstr>
      <vt:lpstr>MARINE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MARINE</dc:title>
  <dc:creator>Estelle</dc:creator>
  <cp:lastModifiedBy>Estelle</cp:lastModifiedBy>
  <cp:revision>50</cp:revision>
  <dcterms:created xsi:type="dcterms:W3CDTF">2021-04-30T13:48:04Z</dcterms:created>
  <dcterms:modified xsi:type="dcterms:W3CDTF">2021-10-22T13:22:39Z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2021-04-30T00:00:00Z</vt:filetime>
  </property>
  <property fmtid="{D5CDD505-2E9C-101B-9397-08002B2CF9AE}" pid="3" name="Creator">
    <vt:lpwstr>Adobe InDesign 15.1 (Windows)</vt:lpwstr>
  </property>
  <property fmtid="{D5CDD505-2E9C-101B-9397-08002B2CF9AE}" pid="4" name="LastSaved">
    <vt:filetime>2021-04-30T00:00:00Z</vt:filetime>
  </property>
</Properties>
</file>