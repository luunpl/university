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51" d="100"/>
          <a:sy n="51" d="100"/>
        </p:scale>
        <p:origin x="254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6404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6404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6404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327114" y="2204683"/>
            <a:ext cx="342900" cy="332740"/>
          </a:xfrm>
          <a:custGeom>
            <a:avLst/>
            <a:gdLst/>
            <a:ahLst/>
            <a:cxnLst/>
            <a:rect l="l" t="t" r="r" b="b"/>
            <a:pathLst>
              <a:path w="342900" h="332739">
                <a:moveTo>
                  <a:pt x="171183" y="332409"/>
                </a:moveTo>
                <a:lnTo>
                  <a:pt x="216689" y="326473"/>
                </a:lnTo>
                <a:lnTo>
                  <a:pt x="257581" y="309718"/>
                </a:lnTo>
                <a:lnTo>
                  <a:pt x="292226" y="283730"/>
                </a:lnTo>
                <a:lnTo>
                  <a:pt x="318994" y="250093"/>
                </a:lnTo>
                <a:lnTo>
                  <a:pt x="336251" y="210389"/>
                </a:lnTo>
                <a:lnTo>
                  <a:pt x="342366" y="166204"/>
                </a:lnTo>
                <a:lnTo>
                  <a:pt x="336251" y="122019"/>
                </a:lnTo>
                <a:lnTo>
                  <a:pt x="318994" y="82316"/>
                </a:lnTo>
                <a:lnTo>
                  <a:pt x="292226" y="48679"/>
                </a:lnTo>
                <a:lnTo>
                  <a:pt x="257581" y="22691"/>
                </a:lnTo>
                <a:lnTo>
                  <a:pt x="216689" y="5936"/>
                </a:lnTo>
                <a:lnTo>
                  <a:pt x="171183" y="0"/>
                </a:lnTo>
                <a:lnTo>
                  <a:pt x="125677" y="5936"/>
                </a:lnTo>
                <a:lnTo>
                  <a:pt x="84785" y="22691"/>
                </a:lnTo>
                <a:lnTo>
                  <a:pt x="50139" y="48679"/>
                </a:lnTo>
                <a:lnTo>
                  <a:pt x="23372" y="82316"/>
                </a:lnTo>
                <a:lnTo>
                  <a:pt x="6115" y="122019"/>
                </a:lnTo>
                <a:lnTo>
                  <a:pt x="0" y="166204"/>
                </a:lnTo>
                <a:lnTo>
                  <a:pt x="6115" y="210389"/>
                </a:lnTo>
                <a:lnTo>
                  <a:pt x="23372" y="250093"/>
                </a:lnTo>
                <a:lnTo>
                  <a:pt x="50139" y="283730"/>
                </a:lnTo>
                <a:lnTo>
                  <a:pt x="84785" y="309718"/>
                </a:lnTo>
                <a:lnTo>
                  <a:pt x="125677" y="326473"/>
                </a:lnTo>
                <a:lnTo>
                  <a:pt x="171183" y="332409"/>
                </a:lnTo>
                <a:close/>
              </a:path>
            </a:pathLst>
          </a:custGeom>
          <a:ln w="12700">
            <a:solidFill>
              <a:srgbClr val="FD956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327114" y="6990235"/>
            <a:ext cx="342900" cy="332740"/>
          </a:xfrm>
          <a:custGeom>
            <a:avLst/>
            <a:gdLst/>
            <a:ahLst/>
            <a:cxnLst/>
            <a:rect l="l" t="t" r="r" b="b"/>
            <a:pathLst>
              <a:path w="342900" h="332740">
                <a:moveTo>
                  <a:pt x="171183" y="332409"/>
                </a:moveTo>
                <a:lnTo>
                  <a:pt x="216689" y="326473"/>
                </a:lnTo>
                <a:lnTo>
                  <a:pt x="257581" y="309718"/>
                </a:lnTo>
                <a:lnTo>
                  <a:pt x="292226" y="283730"/>
                </a:lnTo>
                <a:lnTo>
                  <a:pt x="318994" y="250093"/>
                </a:lnTo>
                <a:lnTo>
                  <a:pt x="336251" y="210389"/>
                </a:lnTo>
                <a:lnTo>
                  <a:pt x="342366" y="166204"/>
                </a:lnTo>
                <a:lnTo>
                  <a:pt x="336251" y="122019"/>
                </a:lnTo>
                <a:lnTo>
                  <a:pt x="318994" y="82316"/>
                </a:lnTo>
                <a:lnTo>
                  <a:pt x="292226" y="48679"/>
                </a:lnTo>
                <a:lnTo>
                  <a:pt x="257581" y="22691"/>
                </a:lnTo>
                <a:lnTo>
                  <a:pt x="216689" y="5936"/>
                </a:lnTo>
                <a:lnTo>
                  <a:pt x="171183" y="0"/>
                </a:lnTo>
                <a:lnTo>
                  <a:pt x="125677" y="5936"/>
                </a:lnTo>
                <a:lnTo>
                  <a:pt x="84785" y="22691"/>
                </a:lnTo>
                <a:lnTo>
                  <a:pt x="50139" y="48679"/>
                </a:lnTo>
                <a:lnTo>
                  <a:pt x="23372" y="82316"/>
                </a:lnTo>
                <a:lnTo>
                  <a:pt x="6115" y="122019"/>
                </a:lnTo>
                <a:lnTo>
                  <a:pt x="0" y="166204"/>
                </a:lnTo>
                <a:lnTo>
                  <a:pt x="6115" y="210389"/>
                </a:lnTo>
                <a:lnTo>
                  <a:pt x="23372" y="250093"/>
                </a:lnTo>
                <a:lnTo>
                  <a:pt x="50139" y="283730"/>
                </a:lnTo>
                <a:lnTo>
                  <a:pt x="84785" y="309718"/>
                </a:lnTo>
                <a:lnTo>
                  <a:pt x="125677" y="326473"/>
                </a:lnTo>
                <a:lnTo>
                  <a:pt x="171183" y="332409"/>
                </a:lnTo>
                <a:close/>
              </a:path>
            </a:pathLst>
          </a:custGeom>
          <a:ln w="12700">
            <a:solidFill>
              <a:srgbClr val="FD956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27114" y="3585056"/>
            <a:ext cx="342900" cy="332740"/>
          </a:xfrm>
          <a:custGeom>
            <a:avLst/>
            <a:gdLst/>
            <a:ahLst/>
            <a:cxnLst/>
            <a:rect l="l" t="t" r="r" b="b"/>
            <a:pathLst>
              <a:path w="342900" h="332739">
                <a:moveTo>
                  <a:pt x="171183" y="332409"/>
                </a:moveTo>
                <a:lnTo>
                  <a:pt x="216689" y="326473"/>
                </a:lnTo>
                <a:lnTo>
                  <a:pt x="257581" y="309718"/>
                </a:lnTo>
                <a:lnTo>
                  <a:pt x="292226" y="283730"/>
                </a:lnTo>
                <a:lnTo>
                  <a:pt x="318994" y="250093"/>
                </a:lnTo>
                <a:lnTo>
                  <a:pt x="336251" y="210389"/>
                </a:lnTo>
                <a:lnTo>
                  <a:pt x="342366" y="166204"/>
                </a:lnTo>
                <a:lnTo>
                  <a:pt x="336251" y="122019"/>
                </a:lnTo>
                <a:lnTo>
                  <a:pt x="318994" y="82316"/>
                </a:lnTo>
                <a:lnTo>
                  <a:pt x="292226" y="48679"/>
                </a:lnTo>
                <a:lnTo>
                  <a:pt x="257581" y="22691"/>
                </a:lnTo>
                <a:lnTo>
                  <a:pt x="216689" y="5936"/>
                </a:lnTo>
                <a:lnTo>
                  <a:pt x="171183" y="0"/>
                </a:lnTo>
                <a:lnTo>
                  <a:pt x="125677" y="5936"/>
                </a:lnTo>
                <a:lnTo>
                  <a:pt x="84785" y="22691"/>
                </a:lnTo>
                <a:lnTo>
                  <a:pt x="50139" y="48679"/>
                </a:lnTo>
                <a:lnTo>
                  <a:pt x="23372" y="82316"/>
                </a:lnTo>
                <a:lnTo>
                  <a:pt x="6115" y="122019"/>
                </a:lnTo>
                <a:lnTo>
                  <a:pt x="0" y="166204"/>
                </a:lnTo>
                <a:lnTo>
                  <a:pt x="6115" y="210389"/>
                </a:lnTo>
                <a:lnTo>
                  <a:pt x="23372" y="250093"/>
                </a:lnTo>
                <a:lnTo>
                  <a:pt x="50139" y="283730"/>
                </a:lnTo>
                <a:lnTo>
                  <a:pt x="84785" y="309718"/>
                </a:lnTo>
                <a:lnTo>
                  <a:pt x="125677" y="326473"/>
                </a:lnTo>
                <a:lnTo>
                  <a:pt x="171183" y="332409"/>
                </a:lnTo>
                <a:close/>
              </a:path>
            </a:pathLst>
          </a:custGeom>
          <a:ln w="12700">
            <a:solidFill>
              <a:srgbClr val="8EE3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327114" y="7981270"/>
            <a:ext cx="342900" cy="332740"/>
          </a:xfrm>
          <a:custGeom>
            <a:avLst/>
            <a:gdLst/>
            <a:ahLst/>
            <a:cxnLst/>
            <a:rect l="l" t="t" r="r" b="b"/>
            <a:pathLst>
              <a:path w="342900" h="332740">
                <a:moveTo>
                  <a:pt x="171183" y="332409"/>
                </a:moveTo>
                <a:lnTo>
                  <a:pt x="216689" y="326473"/>
                </a:lnTo>
                <a:lnTo>
                  <a:pt x="257581" y="309718"/>
                </a:lnTo>
                <a:lnTo>
                  <a:pt x="292226" y="283730"/>
                </a:lnTo>
                <a:lnTo>
                  <a:pt x="318994" y="250093"/>
                </a:lnTo>
                <a:lnTo>
                  <a:pt x="336251" y="210389"/>
                </a:lnTo>
                <a:lnTo>
                  <a:pt x="342366" y="166204"/>
                </a:lnTo>
                <a:lnTo>
                  <a:pt x="336251" y="122019"/>
                </a:lnTo>
                <a:lnTo>
                  <a:pt x="318994" y="82316"/>
                </a:lnTo>
                <a:lnTo>
                  <a:pt x="292226" y="48679"/>
                </a:lnTo>
                <a:lnTo>
                  <a:pt x="257581" y="22691"/>
                </a:lnTo>
                <a:lnTo>
                  <a:pt x="216689" y="5936"/>
                </a:lnTo>
                <a:lnTo>
                  <a:pt x="171183" y="0"/>
                </a:lnTo>
                <a:lnTo>
                  <a:pt x="125677" y="5936"/>
                </a:lnTo>
                <a:lnTo>
                  <a:pt x="84785" y="22691"/>
                </a:lnTo>
                <a:lnTo>
                  <a:pt x="50139" y="48679"/>
                </a:lnTo>
                <a:lnTo>
                  <a:pt x="23372" y="82316"/>
                </a:lnTo>
                <a:lnTo>
                  <a:pt x="6115" y="122019"/>
                </a:lnTo>
                <a:lnTo>
                  <a:pt x="0" y="166204"/>
                </a:lnTo>
                <a:lnTo>
                  <a:pt x="6115" y="210389"/>
                </a:lnTo>
                <a:lnTo>
                  <a:pt x="23372" y="250093"/>
                </a:lnTo>
                <a:lnTo>
                  <a:pt x="50139" y="283730"/>
                </a:lnTo>
                <a:lnTo>
                  <a:pt x="84785" y="309718"/>
                </a:lnTo>
                <a:lnTo>
                  <a:pt x="125677" y="326473"/>
                </a:lnTo>
                <a:lnTo>
                  <a:pt x="171183" y="332409"/>
                </a:lnTo>
                <a:close/>
              </a:path>
            </a:pathLst>
          </a:custGeom>
          <a:ln w="12700">
            <a:solidFill>
              <a:srgbClr val="8EE3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327114" y="5062110"/>
            <a:ext cx="342900" cy="332740"/>
          </a:xfrm>
          <a:custGeom>
            <a:avLst/>
            <a:gdLst/>
            <a:ahLst/>
            <a:cxnLst/>
            <a:rect l="l" t="t" r="r" b="b"/>
            <a:pathLst>
              <a:path w="342900" h="332739">
                <a:moveTo>
                  <a:pt x="171183" y="332409"/>
                </a:moveTo>
                <a:lnTo>
                  <a:pt x="216689" y="326473"/>
                </a:lnTo>
                <a:lnTo>
                  <a:pt x="257581" y="309718"/>
                </a:lnTo>
                <a:lnTo>
                  <a:pt x="292226" y="283730"/>
                </a:lnTo>
                <a:lnTo>
                  <a:pt x="318994" y="250093"/>
                </a:lnTo>
                <a:lnTo>
                  <a:pt x="336251" y="210389"/>
                </a:lnTo>
                <a:lnTo>
                  <a:pt x="342366" y="166204"/>
                </a:lnTo>
                <a:lnTo>
                  <a:pt x="336251" y="122019"/>
                </a:lnTo>
                <a:lnTo>
                  <a:pt x="318994" y="82316"/>
                </a:lnTo>
                <a:lnTo>
                  <a:pt x="292226" y="48679"/>
                </a:lnTo>
                <a:lnTo>
                  <a:pt x="257581" y="22691"/>
                </a:lnTo>
                <a:lnTo>
                  <a:pt x="216689" y="5936"/>
                </a:lnTo>
                <a:lnTo>
                  <a:pt x="171183" y="0"/>
                </a:lnTo>
                <a:lnTo>
                  <a:pt x="125677" y="5936"/>
                </a:lnTo>
                <a:lnTo>
                  <a:pt x="84785" y="22691"/>
                </a:lnTo>
                <a:lnTo>
                  <a:pt x="50139" y="48679"/>
                </a:lnTo>
                <a:lnTo>
                  <a:pt x="23372" y="82316"/>
                </a:lnTo>
                <a:lnTo>
                  <a:pt x="6115" y="122019"/>
                </a:lnTo>
                <a:lnTo>
                  <a:pt x="0" y="166204"/>
                </a:lnTo>
                <a:lnTo>
                  <a:pt x="6115" y="210389"/>
                </a:lnTo>
                <a:lnTo>
                  <a:pt x="23372" y="250093"/>
                </a:lnTo>
                <a:lnTo>
                  <a:pt x="50139" y="283730"/>
                </a:lnTo>
                <a:lnTo>
                  <a:pt x="84785" y="309718"/>
                </a:lnTo>
                <a:lnTo>
                  <a:pt x="125677" y="326473"/>
                </a:lnTo>
                <a:lnTo>
                  <a:pt x="171183" y="332409"/>
                </a:lnTo>
                <a:close/>
              </a:path>
            </a:pathLst>
          </a:custGeom>
          <a:ln w="12700">
            <a:solidFill>
              <a:srgbClr val="FDD9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327114" y="6146453"/>
            <a:ext cx="342900" cy="332740"/>
          </a:xfrm>
          <a:custGeom>
            <a:avLst/>
            <a:gdLst/>
            <a:ahLst/>
            <a:cxnLst/>
            <a:rect l="l" t="t" r="r" b="b"/>
            <a:pathLst>
              <a:path w="342900" h="332739">
                <a:moveTo>
                  <a:pt x="171183" y="332409"/>
                </a:moveTo>
                <a:lnTo>
                  <a:pt x="216689" y="326473"/>
                </a:lnTo>
                <a:lnTo>
                  <a:pt x="257581" y="309718"/>
                </a:lnTo>
                <a:lnTo>
                  <a:pt x="292226" y="283730"/>
                </a:lnTo>
                <a:lnTo>
                  <a:pt x="318994" y="250093"/>
                </a:lnTo>
                <a:lnTo>
                  <a:pt x="336251" y="210389"/>
                </a:lnTo>
                <a:lnTo>
                  <a:pt x="342366" y="166204"/>
                </a:lnTo>
                <a:lnTo>
                  <a:pt x="336251" y="122019"/>
                </a:lnTo>
                <a:lnTo>
                  <a:pt x="318994" y="82316"/>
                </a:lnTo>
                <a:lnTo>
                  <a:pt x="292226" y="48679"/>
                </a:lnTo>
                <a:lnTo>
                  <a:pt x="257581" y="22691"/>
                </a:lnTo>
                <a:lnTo>
                  <a:pt x="216689" y="5936"/>
                </a:lnTo>
                <a:lnTo>
                  <a:pt x="171183" y="0"/>
                </a:lnTo>
                <a:lnTo>
                  <a:pt x="125677" y="5936"/>
                </a:lnTo>
                <a:lnTo>
                  <a:pt x="84785" y="22691"/>
                </a:lnTo>
                <a:lnTo>
                  <a:pt x="50139" y="48679"/>
                </a:lnTo>
                <a:lnTo>
                  <a:pt x="23372" y="82316"/>
                </a:lnTo>
                <a:lnTo>
                  <a:pt x="6115" y="122019"/>
                </a:lnTo>
                <a:lnTo>
                  <a:pt x="0" y="166204"/>
                </a:lnTo>
                <a:lnTo>
                  <a:pt x="6115" y="210389"/>
                </a:lnTo>
                <a:lnTo>
                  <a:pt x="23372" y="250093"/>
                </a:lnTo>
                <a:lnTo>
                  <a:pt x="50139" y="283730"/>
                </a:lnTo>
                <a:lnTo>
                  <a:pt x="84785" y="309718"/>
                </a:lnTo>
                <a:lnTo>
                  <a:pt x="125677" y="326473"/>
                </a:lnTo>
                <a:lnTo>
                  <a:pt x="171183" y="332409"/>
                </a:lnTo>
                <a:close/>
              </a:path>
            </a:pathLst>
          </a:custGeom>
          <a:ln w="12700">
            <a:solidFill>
              <a:srgbClr val="8D73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327114" y="8898502"/>
            <a:ext cx="342900" cy="332740"/>
          </a:xfrm>
          <a:custGeom>
            <a:avLst/>
            <a:gdLst/>
            <a:ahLst/>
            <a:cxnLst/>
            <a:rect l="l" t="t" r="r" b="b"/>
            <a:pathLst>
              <a:path w="342900" h="332740">
                <a:moveTo>
                  <a:pt x="171183" y="332409"/>
                </a:moveTo>
                <a:lnTo>
                  <a:pt x="216689" y="326473"/>
                </a:lnTo>
                <a:lnTo>
                  <a:pt x="257581" y="309718"/>
                </a:lnTo>
                <a:lnTo>
                  <a:pt x="292226" y="283730"/>
                </a:lnTo>
                <a:lnTo>
                  <a:pt x="318994" y="250093"/>
                </a:lnTo>
                <a:lnTo>
                  <a:pt x="336251" y="210389"/>
                </a:lnTo>
                <a:lnTo>
                  <a:pt x="342366" y="166204"/>
                </a:lnTo>
                <a:lnTo>
                  <a:pt x="336251" y="122019"/>
                </a:lnTo>
                <a:lnTo>
                  <a:pt x="318994" y="82316"/>
                </a:lnTo>
                <a:lnTo>
                  <a:pt x="292226" y="48679"/>
                </a:lnTo>
                <a:lnTo>
                  <a:pt x="257581" y="22691"/>
                </a:lnTo>
                <a:lnTo>
                  <a:pt x="216689" y="5936"/>
                </a:lnTo>
                <a:lnTo>
                  <a:pt x="171183" y="0"/>
                </a:lnTo>
                <a:lnTo>
                  <a:pt x="125677" y="5936"/>
                </a:lnTo>
                <a:lnTo>
                  <a:pt x="84785" y="22691"/>
                </a:lnTo>
                <a:lnTo>
                  <a:pt x="50139" y="48679"/>
                </a:lnTo>
                <a:lnTo>
                  <a:pt x="23372" y="82316"/>
                </a:lnTo>
                <a:lnTo>
                  <a:pt x="6115" y="122019"/>
                </a:lnTo>
                <a:lnTo>
                  <a:pt x="0" y="166204"/>
                </a:lnTo>
                <a:lnTo>
                  <a:pt x="6115" y="210389"/>
                </a:lnTo>
                <a:lnTo>
                  <a:pt x="23372" y="250093"/>
                </a:lnTo>
                <a:lnTo>
                  <a:pt x="50139" y="283730"/>
                </a:lnTo>
                <a:lnTo>
                  <a:pt x="84785" y="309718"/>
                </a:lnTo>
                <a:lnTo>
                  <a:pt x="125677" y="326473"/>
                </a:lnTo>
                <a:lnTo>
                  <a:pt x="171183" y="332409"/>
                </a:lnTo>
                <a:close/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433227" y="2175116"/>
            <a:ext cx="130175" cy="404495"/>
          </a:xfrm>
          <a:custGeom>
            <a:avLst/>
            <a:gdLst/>
            <a:ahLst/>
            <a:cxnLst/>
            <a:rect l="l" t="t" r="r" b="b"/>
            <a:pathLst>
              <a:path w="130175" h="404494">
                <a:moveTo>
                  <a:pt x="130162" y="0"/>
                </a:moveTo>
                <a:lnTo>
                  <a:pt x="0" y="0"/>
                </a:lnTo>
                <a:lnTo>
                  <a:pt x="0" y="404266"/>
                </a:lnTo>
                <a:lnTo>
                  <a:pt x="130162" y="404266"/>
                </a:lnTo>
                <a:lnTo>
                  <a:pt x="1301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4433227" y="6681266"/>
            <a:ext cx="130175" cy="404495"/>
          </a:xfrm>
          <a:custGeom>
            <a:avLst/>
            <a:gdLst/>
            <a:ahLst/>
            <a:cxnLst/>
            <a:rect l="l" t="t" r="r" b="b"/>
            <a:pathLst>
              <a:path w="130175" h="404495">
                <a:moveTo>
                  <a:pt x="130162" y="0"/>
                </a:moveTo>
                <a:lnTo>
                  <a:pt x="0" y="0"/>
                </a:lnTo>
                <a:lnTo>
                  <a:pt x="0" y="255905"/>
                </a:lnTo>
                <a:lnTo>
                  <a:pt x="0" y="404266"/>
                </a:lnTo>
                <a:lnTo>
                  <a:pt x="130162" y="404266"/>
                </a:lnTo>
                <a:lnTo>
                  <a:pt x="130162" y="255905"/>
                </a:lnTo>
                <a:lnTo>
                  <a:pt x="1301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433227" y="3555492"/>
            <a:ext cx="130175" cy="404495"/>
          </a:xfrm>
          <a:custGeom>
            <a:avLst/>
            <a:gdLst/>
            <a:ahLst/>
            <a:cxnLst/>
            <a:rect l="l" t="t" r="r" b="b"/>
            <a:pathLst>
              <a:path w="130175" h="404495">
                <a:moveTo>
                  <a:pt x="130162" y="0"/>
                </a:moveTo>
                <a:lnTo>
                  <a:pt x="0" y="0"/>
                </a:lnTo>
                <a:lnTo>
                  <a:pt x="0" y="404266"/>
                </a:lnTo>
                <a:lnTo>
                  <a:pt x="130162" y="404266"/>
                </a:lnTo>
                <a:lnTo>
                  <a:pt x="1301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4433227" y="7646898"/>
            <a:ext cx="130175" cy="404495"/>
          </a:xfrm>
          <a:custGeom>
            <a:avLst/>
            <a:gdLst/>
            <a:ahLst/>
            <a:cxnLst/>
            <a:rect l="l" t="t" r="r" b="b"/>
            <a:pathLst>
              <a:path w="130175" h="404495">
                <a:moveTo>
                  <a:pt x="130162" y="0"/>
                </a:moveTo>
                <a:lnTo>
                  <a:pt x="0" y="0"/>
                </a:lnTo>
                <a:lnTo>
                  <a:pt x="0" y="230644"/>
                </a:lnTo>
                <a:lnTo>
                  <a:pt x="0" y="404266"/>
                </a:lnTo>
                <a:lnTo>
                  <a:pt x="130162" y="404266"/>
                </a:lnTo>
                <a:lnTo>
                  <a:pt x="130162" y="230644"/>
                </a:lnTo>
                <a:lnTo>
                  <a:pt x="1301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433227" y="5032540"/>
            <a:ext cx="130175" cy="404495"/>
          </a:xfrm>
          <a:custGeom>
            <a:avLst/>
            <a:gdLst/>
            <a:ahLst/>
            <a:cxnLst/>
            <a:rect l="l" t="t" r="r" b="b"/>
            <a:pathLst>
              <a:path w="130175" h="404495">
                <a:moveTo>
                  <a:pt x="130162" y="0"/>
                </a:moveTo>
                <a:lnTo>
                  <a:pt x="0" y="0"/>
                </a:lnTo>
                <a:lnTo>
                  <a:pt x="0" y="404266"/>
                </a:lnTo>
                <a:lnTo>
                  <a:pt x="130162" y="404266"/>
                </a:lnTo>
                <a:lnTo>
                  <a:pt x="1301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33227" y="6116891"/>
            <a:ext cx="130175" cy="404495"/>
          </a:xfrm>
          <a:custGeom>
            <a:avLst/>
            <a:gdLst/>
            <a:ahLst/>
            <a:cxnLst/>
            <a:rect l="l" t="t" r="r" b="b"/>
            <a:pathLst>
              <a:path w="130175" h="404495">
                <a:moveTo>
                  <a:pt x="130162" y="0"/>
                </a:moveTo>
                <a:lnTo>
                  <a:pt x="0" y="0"/>
                </a:lnTo>
                <a:lnTo>
                  <a:pt x="0" y="404266"/>
                </a:lnTo>
                <a:lnTo>
                  <a:pt x="130162" y="404266"/>
                </a:lnTo>
                <a:lnTo>
                  <a:pt x="1301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33227" y="8868943"/>
            <a:ext cx="130175" cy="404495"/>
          </a:xfrm>
          <a:custGeom>
            <a:avLst/>
            <a:gdLst/>
            <a:ahLst/>
            <a:cxnLst/>
            <a:rect l="l" t="t" r="r" b="b"/>
            <a:pathLst>
              <a:path w="130175" h="404495">
                <a:moveTo>
                  <a:pt x="130162" y="0"/>
                </a:moveTo>
                <a:lnTo>
                  <a:pt x="0" y="0"/>
                </a:lnTo>
                <a:lnTo>
                  <a:pt x="0" y="404266"/>
                </a:lnTo>
                <a:lnTo>
                  <a:pt x="130162" y="404266"/>
                </a:lnTo>
                <a:lnTo>
                  <a:pt x="1301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bg 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34798" y="8999749"/>
            <a:ext cx="127000" cy="129921"/>
          </a:xfrm>
          <a:prstGeom prst="rect">
            <a:avLst/>
          </a:prstGeom>
        </p:spPr>
      </p:pic>
      <p:sp>
        <p:nvSpPr>
          <p:cNvPr id="31" name="bg object 31"/>
          <p:cNvSpPr/>
          <p:nvPr/>
        </p:nvSpPr>
        <p:spPr>
          <a:xfrm>
            <a:off x="4498298" y="8367180"/>
            <a:ext cx="0" cy="476884"/>
          </a:xfrm>
          <a:custGeom>
            <a:avLst/>
            <a:gdLst/>
            <a:ahLst/>
            <a:cxnLst/>
            <a:rect l="l" t="t" r="r" b="b"/>
            <a:pathLst>
              <a:path h="476884">
                <a:moveTo>
                  <a:pt x="0" y="0"/>
                </a:moveTo>
                <a:lnTo>
                  <a:pt x="0" y="476402"/>
                </a:lnTo>
              </a:path>
            </a:pathLst>
          </a:custGeom>
          <a:ln w="63500">
            <a:solidFill>
              <a:srgbClr val="E3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35859" y="750459"/>
            <a:ext cx="4691131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6404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mailto:aur&#233;liesimon@gmail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87650" y="8981376"/>
            <a:ext cx="118535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31F20"/>
                </a:solidFill>
                <a:latin typeface="Arial"/>
                <a:cs typeface="Arial"/>
              </a:rPr>
              <a:t>ASSETS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70453" y="3544706"/>
            <a:ext cx="2284730" cy="136525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894"/>
              </a:spcBef>
            </a:pPr>
            <a:r>
              <a:rPr sz="1400" dirty="0">
                <a:solidFill>
                  <a:srgbClr val="71DDD4"/>
                </a:solidFill>
                <a:latin typeface="Arial"/>
                <a:cs typeface="Arial"/>
              </a:rPr>
              <a:t>PROFILE &amp; OBJECTIVE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09"/>
              </a:spcBef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With 2 years 2 experience (internship) in the  field of design within the scope of digital  media and communications, capable of  combining empathy, intution, and a global  view to design effective brand strategies  and imlement the necessary creative menas  to bring them to life.</a:t>
            </a:r>
            <a:endParaRPr sz="900">
              <a:latin typeface="Raleway-Thin"/>
              <a:cs typeface="Raleway-Thi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70453" y="2251297"/>
            <a:ext cx="1332230" cy="902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C7A48"/>
                </a:solidFill>
                <a:latin typeface="Arial"/>
                <a:cs typeface="Arial"/>
              </a:rPr>
              <a:t>CONTACT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900" dirty="0">
                <a:solidFill>
                  <a:srgbClr val="231F20"/>
                </a:solidFill>
                <a:latin typeface="Raleway-Light"/>
                <a:cs typeface="Raleway-Light"/>
              </a:rPr>
              <a:t>+336 74 11 36 35</a:t>
            </a:r>
            <a:endParaRPr sz="900">
              <a:latin typeface="Raleway-Light"/>
              <a:cs typeface="Raleway-Light"/>
            </a:endParaRPr>
          </a:p>
          <a:p>
            <a:pPr marL="12700" marR="5080">
              <a:lnSpc>
                <a:spcPts val="1550"/>
              </a:lnSpc>
              <a:spcBef>
                <a:spcPts val="10"/>
              </a:spcBef>
            </a:pPr>
            <a:r>
              <a:rPr sz="900" dirty="0">
                <a:solidFill>
                  <a:srgbClr val="231F20"/>
                </a:solidFill>
                <a:latin typeface="Raleway-Light"/>
                <a:cs typeface="Raleway-Light"/>
                <a:hlinkClick r:id="rId2"/>
              </a:rPr>
              <a:t>auréliesimon@gmail.com </a:t>
            </a:r>
            <a:r>
              <a:rPr sz="900" dirty="0">
                <a:solidFill>
                  <a:srgbClr val="231F20"/>
                </a:solidFill>
                <a:latin typeface="Raleway-Light"/>
                <a:cs typeface="Raleway-Light"/>
              </a:rPr>
              <a:t> Mobile within Europe</a:t>
            </a:r>
            <a:endParaRPr sz="900">
              <a:latin typeface="Raleway-Light"/>
              <a:cs typeface="Raleway-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70453" y="4994793"/>
            <a:ext cx="1020444" cy="195453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solidFill>
                  <a:srgbClr val="FCD003"/>
                </a:solidFill>
                <a:latin typeface="Raleway"/>
                <a:cs typeface="Raleway"/>
              </a:rPr>
              <a:t>INTERESTS</a:t>
            </a:r>
            <a:endParaRPr sz="1400">
              <a:latin typeface="Raleway"/>
              <a:cs typeface="Raleway"/>
            </a:endParaRPr>
          </a:p>
          <a:p>
            <a:pPr marL="12700" marR="374015">
              <a:lnSpc>
                <a:spcPts val="1800"/>
              </a:lnSpc>
              <a:spcBef>
                <a:spcPts val="95"/>
              </a:spcBef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Fashion  Trends  Gastronomy  Travel</a:t>
            </a:r>
            <a:endParaRPr sz="900">
              <a:latin typeface="Raleway-Thin"/>
              <a:cs typeface="Raleway-Thi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Sport</a:t>
            </a:r>
            <a:endParaRPr sz="900">
              <a:latin typeface="Raleway-Thin"/>
              <a:cs typeface="Raleway-Thin"/>
            </a:endParaRPr>
          </a:p>
          <a:p>
            <a:pPr marL="12700" marR="5080">
              <a:lnSpc>
                <a:spcPct val="166700"/>
              </a:lnSpc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Running (marathon)  Economic Press</a:t>
            </a:r>
            <a:endParaRPr sz="900">
              <a:latin typeface="Raleway-Thin"/>
              <a:cs typeface="Raleway-Thi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70453" y="6945430"/>
            <a:ext cx="2255520" cy="889986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400" dirty="0">
                <a:solidFill>
                  <a:srgbClr val="FC7A48"/>
                </a:solidFill>
                <a:latin typeface="Raleway"/>
                <a:cs typeface="Raleway"/>
              </a:rPr>
              <a:t>LANGUAGES</a:t>
            </a:r>
            <a:endParaRPr sz="1400">
              <a:latin typeface="Raleway"/>
              <a:cs typeface="Raleway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English: strong proficiency (TOEIC: 920/990)</a:t>
            </a:r>
            <a:endParaRPr sz="900">
              <a:latin typeface="Raleway-Thin"/>
              <a:cs typeface="Raleway-Thi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Italien: professional proficiency</a:t>
            </a:r>
            <a:endParaRPr sz="900">
              <a:latin typeface="Raleway-Thin"/>
              <a:cs typeface="Raleway-Thi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70453" y="7935142"/>
            <a:ext cx="1201420" cy="52705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400" dirty="0">
                <a:solidFill>
                  <a:srgbClr val="71DDD4"/>
                </a:solidFill>
                <a:latin typeface="Raleway"/>
                <a:cs typeface="Raleway"/>
              </a:rPr>
              <a:t>REFERENCES</a:t>
            </a:r>
            <a:endParaRPr sz="1400">
              <a:latin typeface="Raleway"/>
              <a:cs typeface="Raleway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Available upon request</a:t>
            </a:r>
            <a:endParaRPr sz="900">
              <a:latin typeface="Raleway-Thin"/>
              <a:cs typeface="Raleway-Thi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3817" y="2271923"/>
            <a:ext cx="28912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C7A48"/>
                </a:solidFill>
                <a:latin typeface="Arial"/>
                <a:cs typeface="Arial"/>
              </a:rPr>
              <a:t>PROFESSIONAL EXPERIENCE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84565" y="6210673"/>
            <a:ext cx="15697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705064"/>
                </a:solidFill>
                <a:latin typeface="Arial"/>
                <a:cs typeface="Arial"/>
              </a:rPr>
              <a:t>EDUCATION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435859" y="750459"/>
            <a:ext cx="404419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AURÉLIE SIMON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63160" y="9537466"/>
            <a:ext cx="78549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Brand Strategy</a:t>
            </a:r>
            <a:endParaRPr sz="900">
              <a:latin typeface="Raleway-Thin"/>
              <a:cs typeface="Raleway-Thi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63160" y="10023667"/>
            <a:ext cx="96837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Content Marketing</a:t>
            </a:r>
            <a:endParaRPr sz="900">
              <a:latin typeface="Raleway-Thin"/>
              <a:cs typeface="Raleway-Thi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53740" y="10023667"/>
            <a:ext cx="67818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Social media</a:t>
            </a:r>
            <a:endParaRPr sz="900">
              <a:latin typeface="Raleway-Thin"/>
              <a:cs typeface="Raleway-Thi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53740" y="9537466"/>
            <a:ext cx="102235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Brand Performance</a:t>
            </a:r>
            <a:endParaRPr sz="900">
              <a:latin typeface="Raleway-Thin"/>
              <a:cs typeface="Raleway-Thi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20519" y="9550166"/>
            <a:ext cx="92138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Content Branding</a:t>
            </a:r>
            <a:endParaRPr sz="900">
              <a:latin typeface="Raleway-Thin"/>
              <a:cs typeface="Raleway-Thi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0658" y="2597377"/>
            <a:ext cx="3320744" cy="1568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9360">
              <a:lnSpc>
                <a:spcPts val="1605"/>
              </a:lnSpc>
              <a:spcBef>
                <a:spcPts val="100"/>
              </a:spcBef>
            </a:pPr>
            <a:r>
              <a:rPr sz="1400" dirty="0">
                <a:solidFill>
                  <a:srgbClr val="464042"/>
                </a:solidFill>
                <a:latin typeface="Bebas Neue Regular"/>
                <a:cs typeface="Bebas Neue Regular"/>
              </a:rPr>
              <a:t>JUNIOR DIGITAL ASSISTANT | PARIS</a:t>
            </a:r>
            <a:endParaRPr sz="1400" dirty="0">
              <a:latin typeface="Bebas Neue Regular"/>
              <a:cs typeface="Bebas Neue Regular"/>
            </a:endParaRPr>
          </a:p>
          <a:p>
            <a:pPr marL="1971675">
              <a:lnSpc>
                <a:spcPts val="1605"/>
              </a:lnSpc>
            </a:pPr>
            <a:r>
              <a:rPr sz="1400" dirty="0">
                <a:solidFill>
                  <a:srgbClr val="464042"/>
                </a:solidFill>
                <a:latin typeface="Bebas Neue Regular"/>
                <a:cs typeface="Bebas Neue Regular"/>
              </a:rPr>
              <a:t>DIGITAS LBI</a:t>
            </a:r>
            <a:endParaRPr sz="1400" dirty="0">
              <a:latin typeface="Bebas Neue Regular"/>
              <a:cs typeface="Bebas Neue Regular"/>
            </a:endParaRPr>
          </a:p>
          <a:p>
            <a:pPr marL="12700" marR="5080" indent="1468120" algn="r">
              <a:lnSpc>
                <a:spcPct val="100000"/>
              </a:lnSpc>
              <a:spcBef>
                <a:spcPts val="300"/>
              </a:spcBef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Digital communications agency  Participating in projects sponsored by RENAULT,  HENNESSY, LANCÔME, ORAL B, GILLETTE, FEBREZE, etc.</a:t>
            </a:r>
            <a:endParaRPr sz="900" dirty="0">
              <a:latin typeface="Raleway-Thin"/>
              <a:cs typeface="Raleway-Thin"/>
            </a:endParaRPr>
          </a:p>
          <a:p>
            <a:pPr marL="1122680" marR="5080" indent="97790" algn="r">
              <a:lnSpc>
                <a:spcPct val="100000"/>
              </a:lnSpc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Desgining communication strategies  Designing integrated campaigns (360°)  Supervising a team of copywriters  Animation des séances de travail  Lead créatif sur les tournages</a:t>
            </a:r>
            <a:endParaRPr sz="900" dirty="0">
              <a:latin typeface="Raleway-Thin"/>
              <a:cs typeface="Raleway-Thi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1653" y="4270907"/>
            <a:ext cx="2936232" cy="1705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05"/>
              </a:lnSpc>
              <a:spcBef>
                <a:spcPts val="100"/>
              </a:spcBef>
            </a:pPr>
            <a:r>
              <a:rPr sz="1400" dirty="0">
                <a:solidFill>
                  <a:srgbClr val="464042"/>
                </a:solidFill>
                <a:latin typeface="Bebas Neue Regular"/>
                <a:cs typeface="Bebas Neue Regular"/>
              </a:rPr>
              <a:t>JUNIOR DIGITAL/COMMUNICATIONS MANAGER | PARIS</a:t>
            </a:r>
            <a:endParaRPr sz="1400" dirty="0">
              <a:latin typeface="Bebas Neue Regular"/>
              <a:cs typeface="Bebas Neue Regular"/>
            </a:endParaRPr>
          </a:p>
          <a:p>
            <a:pPr marL="1708785">
              <a:lnSpc>
                <a:spcPts val="1605"/>
              </a:lnSpc>
            </a:pPr>
            <a:r>
              <a:rPr sz="1400" dirty="0">
                <a:solidFill>
                  <a:srgbClr val="464042"/>
                </a:solidFill>
                <a:latin typeface="Bebas Neue Regular"/>
                <a:cs typeface="Bebas Neue Regular"/>
              </a:rPr>
              <a:t>SIX AND CO</a:t>
            </a:r>
            <a:endParaRPr sz="1400" dirty="0">
              <a:latin typeface="Bebas Neue Regular"/>
              <a:cs typeface="Bebas Neue Regular"/>
            </a:endParaRPr>
          </a:p>
          <a:p>
            <a:pPr marL="715010" marR="5080" indent="-324485" algn="r">
              <a:lnSpc>
                <a:spcPct val="100000"/>
              </a:lnSpc>
              <a:spcBef>
                <a:spcPts val="300"/>
              </a:spcBef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Participated in projects sponsored by ORANGE,  PEPSI, TROPICANA, FIAT, VIAMICHELIN,</a:t>
            </a:r>
            <a:endParaRPr sz="900" dirty="0">
              <a:latin typeface="Raleway-Thin"/>
              <a:cs typeface="Raleway-Thin"/>
            </a:endParaRPr>
          </a:p>
          <a:p>
            <a:pPr marR="5080" algn="r">
              <a:lnSpc>
                <a:spcPct val="100000"/>
              </a:lnSpc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SOFINCO, ACUVUE</a:t>
            </a:r>
            <a:endParaRPr sz="900" dirty="0">
              <a:latin typeface="Raleway-Thin"/>
              <a:cs typeface="Raleway-Thin"/>
            </a:endParaRPr>
          </a:p>
          <a:p>
            <a:pPr marR="5080" algn="r">
              <a:lnSpc>
                <a:spcPct val="100000"/>
              </a:lnSpc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Created digital communications</a:t>
            </a:r>
            <a:endParaRPr sz="900" dirty="0">
              <a:latin typeface="Raleway-Thin"/>
              <a:cs typeface="Raleway-Thin"/>
            </a:endParaRPr>
          </a:p>
          <a:p>
            <a:pPr marL="1099185" marR="5080" indent="1146810" algn="r">
              <a:lnSpc>
                <a:spcPct val="100000"/>
              </a:lnSpc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campaigns  Participated in launching and  monitoring campaigns  Participation et gains de multiples</a:t>
            </a:r>
            <a:endParaRPr sz="900" dirty="0">
              <a:latin typeface="Raleway-Thin"/>
              <a:cs typeface="Raleway-Thin"/>
            </a:endParaRPr>
          </a:p>
          <a:p>
            <a:pPr marR="5080" algn="r">
              <a:lnSpc>
                <a:spcPct val="100000"/>
              </a:lnSpc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compétitions et pitch</a:t>
            </a:r>
            <a:endParaRPr sz="900" dirty="0">
              <a:latin typeface="Raleway-Thin"/>
              <a:cs typeface="Raleway-Thi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83055" y="2597377"/>
            <a:ext cx="46926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042"/>
                </a:solidFill>
                <a:latin typeface="Bebas Neue Regular"/>
                <a:cs typeface="Bebas Neue Regular"/>
              </a:rPr>
              <a:t>2016-19</a:t>
            </a:r>
            <a:endParaRPr sz="1400">
              <a:latin typeface="Bebas Neue Regular"/>
              <a:cs typeface="Bebas Neue Regular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56208" y="4270907"/>
            <a:ext cx="2927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042"/>
                </a:solidFill>
                <a:latin typeface="Bebas Neue Regular"/>
                <a:cs typeface="Bebas Neue Regular"/>
              </a:rPr>
              <a:t>2015</a:t>
            </a:r>
            <a:endParaRPr sz="1400">
              <a:latin typeface="Bebas Neue Regular"/>
              <a:cs typeface="Bebas Neue Regular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83055" y="6522519"/>
            <a:ext cx="46926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042"/>
                </a:solidFill>
                <a:latin typeface="Bebas Neue Regular"/>
                <a:cs typeface="Bebas Neue Regular"/>
              </a:rPr>
              <a:t>2016-19</a:t>
            </a:r>
            <a:endParaRPr sz="1400">
              <a:latin typeface="Bebas Neue Regular"/>
              <a:cs typeface="Bebas Neue Regular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83055" y="7087266"/>
            <a:ext cx="46926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042"/>
                </a:solidFill>
                <a:latin typeface="Bebas Neue Regular"/>
                <a:cs typeface="Bebas Neue Regular"/>
              </a:rPr>
              <a:t>2016-19</a:t>
            </a:r>
            <a:endParaRPr sz="1400">
              <a:latin typeface="Bebas Neue Regular"/>
              <a:cs typeface="Bebas Neue Regular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81100" y="7631493"/>
            <a:ext cx="47117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042"/>
                </a:solidFill>
                <a:latin typeface="Bebas Neue Regular"/>
                <a:cs typeface="Bebas Neue Regular"/>
              </a:rPr>
              <a:t>2014-16</a:t>
            </a:r>
            <a:endParaRPr sz="1400">
              <a:latin typeface="Bebas Neue Regular"/>
              <a:cs typeface="Bebas Neue Regular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8081" y="6522519"/>
            <a:ext cx="2440305" cy="20569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664"/>
              </a:lnSpc>
              <a:spcBef>
                <a:spcPts val="100"/>
              </a:spcBef>
            </a:pPr>
            <a:r>
              <a:rPr sz="1400" dirty="0">
                <a:solidFill>
                  <a:srgbClr val="464042"/>
                </a:solidFill>
                <a:latin typeface="Bebas Neue Regular"/>
                <a:cs typeface="Bebas Neue Regular"/>
              </a:rPr>
              <a:t>XXXXX BUSINESS SCHOOL</a:t>
            </a:r>
            <a:endParaRPr sz="1400">
              <a:latin typeface="Bebas Neue Regular"/>
              <a:cs typeface="Bebas Neue Regular"/>
            </a:endParaRPr>
          </a:p>
          <a:p>
            <a:pPr marR="5080" algn="r">
              <a:lnSpc>
                <a:spcPts val="1065"/>
              </a:lnSpc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2nd Year Master’s in Digital Marketing</a:t>
            </a:r>
            <a:endParaRPr sz="900">
              <a:latin typeface="Raleway-Thin"/>
              <a:cs typeface="Raleway-Thin"/>
            </a:endParaRPr>
          </a:p>
          <a:p>
            <a:pPr marR="5080" algn="r">
              <a:lnSpc>
                <a:spcPct val="100000"/>
              </a:lnSpc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Paris Campus</a:t>
            </a:r>
            <a:endParaRPr sz="900">
              <a:latin typeface="Raleway-Thin"/>
              <a:cs typeface="Raleway-Thin"/>
            </a:endParaRPr>
          </a:p>
          <a:p>
            <a:pPr marR="5080" algn="r">
              <a:lnSpc>
                <a:spcPts val="1675"/>
              </a:lnSpc>
              <a:spcBef>
                <a:spcPts val="640"/>
              </a:spcBef>
            </a:pPr>
            <a:r>
              <a:rPr sz="1400" dirty="0">
                <a:solidFill>
                  <a:srgbClr val="464042"/>
                </a:solidFill>
                <a:latin typeface="Bebas Neue Regular"/>
                <a:cs typeface="Bebas Neue Regular"/>
              </a:rPr>
              <a:t>XXXX BUSINESS SCHOOL</a:t>
            </a:r>
            <a:endParaRPr sz="1400">
              <a:latin typeface="Bebas Neue Regular"/>
              <a:cs typeface="Bebas Neue Regular"/>
            </a:endParaRPr>
          </a:p>
          <a:p>
            <a:pPr marR="5080" algn="r">
              <a:lnSpc>
                <a:spcPts val="1075"/>
              </a:lnSpc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1st Year Master’s in International Management</a:t>
            </a:r>
            <a:endParaRPr sz="900">
              <a:latin typeface="Raleway-Thin"/>
              <a:cs typeface="Raleway-Thin"/>
            </a:endParaRPr>
          </a:p>
          <a:p>
            <a:pPr marR="5080" algn="r">
              <a:lnSpc>
                <a:spcPct val="100000"/>
              </a:lnSpc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Paris Campus</a:t>
            </a:r>
            <a:endParaRPr sz="900">
              <a:latin typeface="Raleway-Thin"/>
              <a:cs typeface="Raleway-Thin"/>
            </a:endParaRPr>
          </a:p>
          <a:p>
            <a:pPr marR="5080" algn="r">
              <a:lnSpc>
                <a:spcPts val="1675"/>
              </a:lnSpc>
              <a:spcBef>
                <a:spcPts val="459"/>
              </a:spcBef>
            </a:pPr>
            <a:r>
              <a:rPr sz="1400" dirty="0">
                <a:solidFill>
                  <a:srgbClr val="464042"/>
                </a:solidFill>
                <a:latin typeface="Bebas Neue Regular"/>
                <a:cs typeface="Bebas Neue Regular"/>
              </a:rPr>
              <a:t>PREPARATORY CLASSES</a:t>
            </a:r>
            <a:endParaRPr sz="1400">
              <a:latin typeface="Bebas Neue Regular"/>
              <a:cs typeface="Bebas Neue Regular"/>
            </a:endParaRPr>
          </a:p>
          <a:p>
            <a:pPr marL="155575" marR="5080" indent="-143510" algn="r">
              <a:lnSpc>
                <a:spcPts val="1080"/>
              </a:lnSpc>
              <a:spcBef>
                <a:spcPts val="30"/>
              </a:spcBef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Two-year intensive program preparing students  for the national competitive exam for entry to</a:t>
            </a:r>
            <a:endParaRPr sz="900">
              <a:latin typeface="Raleway-Thin"/>
              <a:cs typeface="Raleway-Thin"/>
            </a:endParaRPr>
          </a:p>
          <a:p>
            <a:pPr marR="5080" algn="r">
              <a:lnSpc>
                <a:spcPts val="1045"/>
              </a:lnSpc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prestigious schools</a:t>
            </a:r>
            <a:endParaRPr sz="900">
              <a:latin typeface="Raleway-Thin"/>
              <a:cs typeface="Raleway-Thin"/>
            </a:endParaRPr>
          </a:p>
          <a:p>
            <a:pPr marR="5080" algn="r">
              <a:lnSpc>
                <a:spcPct val="100000"/>
              </a:lnSpc>
            </a:pPr>
            <a:r>
              <a:rPr sz="900" dirty="0">
                <a:solidFill>
                  <a:srgbClr val="231F20"/>
                </a:solidFill>
                <a:latin typeface="Raleway-Thin"/>
                <a:cs typeface="Raleway-Thin"/>
              </a:rPr>
              <a:t>Dijon, ECS</a:t>
            </a:r>
            <a:endParaRPr sz="900">
              <a:latin typeface="Raleway-Thin"/>
              <a:cs typeface="Raleway-Thi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475854" y="9745190"/>
            <a:ext cx="1108710" cy="91440"/>
            <a:chOff x="1475854" y="9745190"/>
            <a:chExt cx="1108710" cy="91440"/>
          </a:xfrm>
        </p:grpSpPr>
        <p:sp>
          <p:nvSpPr>
            <p:cNvPr id="25" name="object 25"/>
            <p:cNvSpPr/>
            <p:nvPr/>
          </p:nvSpPr>
          <p:spPr>
            <a:xfrm>
              <a:off x="1475854" y="9745190"/>
              <a:ext cx="1108710" cy="91440"/>
            </a:xfrm>
            <a:custGeom>
              <a:avLst/>
              <a:gdLst/>
              <a:ahLst/>
              <a:cxnLst/>
              <a:rect l="l" t="t" r="r" b="b"/>
              <a:pathLst>
                <a:path w="1108710" h="91440">
                  <a:moveTo>
                    <a:pt x="1062863" y="0"/>
                  </a:moveTo>
                  <a:lnTo>
                    <a:pt x="45491" y="0"/>
                  </a:lnTo>
                  <a:lnTo>
                    <a:pt x="27785" y="3573"/>
                  </a:lnTo>
                  <a:lnTo>
                    <a:pt x="13325" y="13319"/>
                  </a:lnTo>
                  <a:lnTo>
                    <a:pt x="3575" y="27774"/>
                  </a:lnTo>
                  <a:lnTo>
                    <a:pt x="0" y="45478"/>
                  </a:lnTo>
                  <a:lnTo>
                    <a:pt x="3575" y="63182"/>
                  </a:lnTo>
                  <a:lnTo>
                    <a:pt x="13325" y="77638"/>
                  </a:lnTo>
                  <a:lnTo>
                    <a:pt x="27785" y="87383"/>
                  </a:lnTo>
                  <a:lnTo>
                    <a:pt x="45491" y="90957"/>
                  </a:lnTo>
                  <a:lnTo>
                    <a:pt x="1062863" y="90957"/>
                  </a:lnTo>
                  <a:lnTo>
                    <a:pt x="1080566" y="87383"/>
                  </a:lnTo>
                  <a:lnTo>
                    <a:pt x="1095022" y="77638"/>
                  </a:lnTo>
                  <a:lnTo>
                    <a:pt x="1104768" y="63182"/>
                  </a:lnTo>
                  <a:lnTo>
                    <a:pt x="1108341" y="45478"/>
                  </a:lnTo>
                  <a:lnTo>
                    <a:pt x="1104768" y="27774"/>
                  </a:lnTo>
                  <a:lnTo>
                    <a:pt x="1095022" y="13319"/>
                  </a:lnTo>
                  <a:lnTo>
                    <a:pt x="1080566" y="3573"/>
                  </a:lnTo>
                  <a:lnTo>
                    <a:pt x="1062863" y="0"/>
                  </a:lnTo>
                  <a:close/>
                </a:path>
              </a:pathLst>
            </a:custGeom>
            <a:solidFill>
              <a:srgbClr val="FC7A48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75854" y="9745190"/>
              <a:ext cx="898525" cy="91440"/>
            </a:xfrm>
            <a:custGeom>
              <a:avLst/>
              <a:gdLst/>
              <a:ahLst/>
              <a:cxnLst/>
              <a:rect l="l" t="t" r="r" b="b"/>
              <a:pathLst>
                <a:path w="898525" h="91440">
                  <a:moveTo>
                    <a:pt x="852551" y="0"/>
                  </a:moveTo>
                  <a:lnTo>
                    <a:pt x="45491" y="0"/>
                  </a:lnTo>
                  <a:lnTo>
                    <a:pt x="27785" y="3573"/>
                  </a:lnTo>
                  <a:lnTo>
                    <a:pt x="13325" y="13319"/>
                  </a:lnTo>
                  <a:lnTo>
                    <a:pt x="3575" y="27774"/>
                  </a:lnTo>
                  <a:lnTo>
                    <a:pt x="0" y="45478"/>
                  </a:lnTo>
                  <a:lnTo>
                    <a:pt x="3575" y="63182"/>
                  </a:lnTo>
                  <a:lnTo>
                    <a:pt x="13325" y="77638"/>
                  </a:lnTo>
                  <a:lnTo>
                    <a:pt x="27785" y="87383"/>
                  </a:lnTo>
                  <a:lnTo>
                    <a:pt x="45491" y="90957"/>
                  </a:lnTo>
                  <a:lnTo>
                    <a:pt x="852551" y="90957"/>
                  </a:lnTo>
                  <a:lnTo>
                    <a:pt x="870254" y="87383"/>
                  </a:lnTo>
                  <a:lnTo>
                    <a:pt x="884710" y="77638"/>
                  </a:lnTo>
                  <a:lnTo>
                    <a:pt x="894456" y="63182"/>
                  </a:lnTo>
                  <a:lnTo>
                    <a:pt x="898029" y="45478"/>
                  </a:lnTo>
                  <a:lnTo>
                    <a:pt x="894456" y="27774"/>
                  </a:lnTo>
                  <a:lnTo>
                    <a:pt x="884710" y="13319"/>
                  </a:lnTo>
                  <a:lnTo>
                    <a:pt x="870254" y="3573"/>
                  </a:lnTo>
                  <a:lnTo>
                    <a:pt x="852551" y="0"/>
                  </a:lnTo>
                  <a:close/>
                </a:path>
              </a:pathLst>
            </a:custGeom>
            <a:solidFill>
              <a:srgbClr val="FC7A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1475854" y="10201471"/>
            <a:ext cx="1108710" cy="91440"/>
          </a:xfrm>
          <a:custGeom>
            <a:avLst/>
            <a:gdLst/>
            <a:ahLst/>
            <a:cxnLst/>
            <a:rect l="l" t="t" r="r" b="b"/>
            <a:pathLst>
              <a:path w="1108710" h="91440">
                <a:moveTo>
                  <a:pt x="1062863" y="0"/>
                </a:moveTo>
                <a:lnTo>
                  <a:pt x="45491" y="0"/>
                </a:lnTo>
                <a:lnTo>
                  <a:pt x="27785" y="3573"/>
                </a:lnTo>
                <a:lnTo>
                  <a:pt x="13325" y="13319"/>
                </a:lnTo>
                <a:lnTo>
                  <a:pt x="3575" y="27774"/>
                </a:lnTo>
                <a:lnTo>
                  <a:pt x="0" y="45478"/>
                </a:lnTo>
                <a:lnTo>
                  <a:pt x="3575" y="63182"/>
                </a:lnTo>
                <a:lnTo>
                  <a:pt x="13325" y="77638"/>
                </a:lnTo>
                <a:lnTo>
                  <a:pt x="27785" y="87383"/>
                </a:lnTo>
                <a:lnTo>
                  <a:pt x="45491" y="90957"/>
                </a:lnTo>
                <a:lnTo>
                  <a:pt x="1062863" y="90957"/>
                </a:lnTo>
                <a:lnTo>
                  <a:pt x="1080566" y="87383"/>
                </a:lnTo>
                <a:lnTo>
                  <a:pt x="1095022" y="77638"/>
                </a:lnTo>
                <a:lnTo>
                  <a:pt x="1104768" y="63182"/>
                </a:lnTo>
                <a:lnTo>
                  <a:pt x="1108341" y="45478"/>
                </a:lnTo>
                <a:lnTo>
                  <a:pt x="1104768" y="27774"/>
                </a:lnTo>
                <a:lnTo>
                  <a:pt x="1095022" y="13319"/>
                </a:lnTo>
                <a:lnTo>
                  <a:pt x="1080566" y="3573"/>
                </a:lnTo>
                <a:lnTo>
                  <a:pt x="1062863" y="0"/>
                </a:lnTo>
                <a:close/>
              </a:path>
            </a:pathLst>
          </a:custGeom>
          <a:solidFill>
            <a:srgbClr val="71DDD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3266433" y="10201471"/>
            <a:ext cx="1108710" cy="91440"/>
            <a:chOff x="3266433" y="10201471"/>
            <a:chExt cx="1108710" cy="91440"/>
          </a:xfrm>
        </p:grpSpPr>
        <p:sp>
          <p:nvSpPr>
            <p:cNvPr id="29" name="object 29"/>
            <p:cNvSpPr/>
            <p:nvPr/>
          </p:nvSpPr>
          <p:spPr>
            <a:xfrm>
              <a:off x="3266433" y="10201471"/>
              <a:ext cx="1108710" cy="91440"/>
            </a:xfrm>
            <a:custGeom>
              <a:avLst/>
              <a:gdLst/>
              <a:ahLst/>
              <a:cxnLst/>
              <a:rect l="l" t="t" r="r" b="b"/>
              <a:pathLst>
                <a:path w="1108710" h="91440">
                  <a:moveTo>
                    <a:pt x="1062863" y="0"/>
                  </a:moveTo>
                  <a:lnTo>
                    <a:pt x="45491" y="0"/>
                  </a:lnTo>
                  <a:lnTo>
                    <a:pt x="27785" y="3573"/>
                  </a:lnTo>
                  <a:lnTo>
                    <a:pt x="13325" y="13319"/>
                  </a:lnTo>
                  <a:lnTo>
                    <a:pt x="3575" y="27774"/>
                  </a:lnTo>
                  <a:lnTo>
                    <a:pt x="0" y="45478"/>
                  </a:lnTo>
                  <a:lnTo>
                    <a:pt x="3575" y="63182"/>
                  </a:lnTo>
                  <a:lnTo>
                    <a:pt x="13325" y="77638"/>
                  </a:lnTo>
                  <a:lnTo>
                    <a:pt x="27785" y="87383"/>
                  </a:lnTo>
                  <a:lnTo>
                    <a:pt x="45491" y="90957"/>
                  </a:lnTo>
                  <a:lnTo>
                    <a:pt x="1062863" y="90957"/>
                  </a:lnTo>
                  <a:lnTo>
                    <a:pt x="1080566" y="87383"/>
                  </a:lnTo>
                  <a:lnTo>
                    <a:pt x="1095022" y="77638"/>
                  </a:lnTo>
                  <a:lnTo>
                    <a:pt x="1104768" y="63182"/>
                  </a:lnTo>
                  <a:lnTo>
                    <a:pt x="1108341" y="45478"/>
                  </a:lnTo>
                  <a:lnTo>
                    <a:pt x="1104768" y="27774"/>
                  </a:lnTo>
                  <a:lnTo>
                    <a:pt x="1095022" y="13319"/>
                  </a:lnTo>
                  <a:lnTo>
                    <a:pt x="1080566" y="3573"/>
                  </a:lnTo>
                  <a:lnTo>
                    <a:pt x="1062863" y="0"/>
                  </a:lnTo>
                  <a:close/>
                </a:path>
              </a:pathLst>
            </a:custGeom>
            <a:solidFill>
              <a:srgbClr val="FCD003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266442" y="10201471"/>
              <a:ext cx="1011555" cy="91440"/>
            </a:xfrm>
            <a:custGeom>
              <a:avLst/>
              <a:gdLst/>
              <a:ahLst/>
              <a:cxnLst/>
              <a:rect l="l" t="t" r="r" b="b"/>
              <a:pathLst>
                <a:path w="1011554" h="91440">
                  <a:moveTo>
                    <a:pt x="965555" y="0"/>
                  </a:moveTo>
                  <a:lnTo>
                    <a:pt x="45478" y="0"/>
                  </a:lnTo>
                  <a:lnTo>
                    <a:pt x="27774" y="3573"/>
                  </a:lnTo>
                  <a:lnTo>
                    <a:pt x="13319" y="13319"/>
                  </a:lnTo>
                  <a:lnTo>
                    <a:pt x="3573" y="27774"/>
                  </a:lnTo>
                  <a:lnTo>
                    <a:pt x="0" y="45478"/>
                  </a:lnTo>
                  <a:lnTo>
                    <a:pt x="3573" y="63182"/>
                  </a:lnTo>
                  <a:lnTo>
                    <a:pt x="13319" y="77638"/>
                  </a:lnTo>
                  <a:lnTo>
                    <a:pt x="27774" y="87383"/>
                  </a:lnTo>
                  <a:lnTo>
                    <a:pt x="45478" y="90957"/>
                  </a:lnTo>
                  <a:lnTo>
                    <a:pt x="965555" y="90957"/>
                  </a:lnTo>
                  <a:lnTo>
                    <a:pt x="983259" y="87383"/>
                  </a:lnTo>
                  <a:lnTo>
                    <a:pt x="997715" y="77638"/>
                  </a:lnTo>
                  <a:lnTo>
                    <a:pt x="1007460" y="63182"/>
                  </a:lnTo>
                  <a:lnTo>
                    <a:pt x="1011034" y="45478"/>
                  </a:lnTo>
                  <a:lnTo>
                    <a:pt x="1007460" y="27774"/>
                  </a:lnTo>
                  <a:lnTo>
                    <a:pt x="997715" y="13319"/>
                  </a:lnTo>
                  <a:lnTo>
                    <a:pt x="983259" y="3573"/>
                  </a:lnTo>
                  <a:lnTo>
                    <a:pt x="965555" y="0"/>
                  </a:lnTo>
                  <a:close/>
                </a:path>
              </a:pathLst>
            </a:custGeom>
            <a:solidFill>
              <a:srgbClr val="FCD0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5133213" y="9745190"/>
            <a:ext cx="1108710" cy="91440"/>
            <a:chOff x="5133213" y="9745190"/>
            <a:chExt cx="1108710" cy="91440"/>
          </a:xfrm>
        </p:grpSpPr>
        <p:sp>
          <p:nvSpPr>
            <p:cNvPr id="32" name="object 32"/>
            <p:cNvSpPr/>
            <p:nvPr/>
          </p:nvSpPr>
          <p:spPr>
            <a:xfrm>
              <a:off x="5133213" y="9745190"/>
              <a:ext cx="1108710" cy="91440"/>
            </a:xfrm>
            <a:custGeom>
              <a:avLst/>
              <a:gdLst/>
              <a:ahLst/>
              <a:cxnLst/>
              <a:rect l="l" t="t" r="r" b="b"/>
              <a:pathLst>
                <a:path w="1108710" h="91440">
                  <a:moveTo>
                    <a:pt x="1062863" y="0"/>
                  </a:moveTo>
                  <a:lnTo>
                    <a:pt x="45491" y="0"/>
                  </a:lnTo>
                  <a:lnTo>
                    <a:pt x="27785" y="3573"/>
                  </a:lnTo>
                  <a:lnTo>
                    <a:pt x="13325" y="13319"/>
                  </a:lnTo>
                  <a:lnTo>
                    <a:pt x="3575" y="27774"/>
                  </a:lnTo>
                  <a:lnTo>
                    <a:pt x="0" y="45478"/>
                  </a:lnTo>
                  <a:lnTo>
                    <a:pt x="3575" y="63182"/>
                  </a:lnTo>
                  <a:lnTo>
                    <a:pt x="13325" y="77638"/>
                  </a:lnTo>
                  <a:lnTo>
                    <a:pt x="27785" y="87383"/>
                  </a:lnTo>
                  <a:lnTo>
                    <a:pt x="45491" y="90957"/>
                  </a:lnTo>
                  <a:lnTo>
                    <a:pt x="1062863" y="90957"/>
                  </a:lnTo>
                  <a:lnTo>
                    <a:pt x="1080566" y="87383"/>
                  </a:lnTo>
                  <a:lnTo>
                    <a:pt x="1095022" y="77638"/>
                  </a:lnTo>
                  <a:lnTo>
                    <a:pt x="1104768" y="63182"/>
                  </a:lnTo>
                  <a:lnTo>
                    <a:pt x="1108341" y="45478"/>
                  </a:lnTo>
                  <a:lnTo>
                    <a:pt x="1104768" y="27774"/>
                  </a:lnTo>
                  <a:lnTo>
                    <a:pt x="1095022" y="13319"/>
                  </a:lnTo>
                  <a:lnTo>
                    <a:pt x="1080566" y="3573"/>
                  </a:lnTo>
                  <a:lnTo>
                    <a:pt x="1062863" y="0"/>
                  </a:lnTo>
                  <a:close/>
                </a:path>
              </a:pathLst>
            </a:custGeom>
            <a:solidFill>
              <a:srgbClr val="705064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133221" y="9745190"/>
              <a:ext cx="1011555" cy="91440"/>
            </a:xfrm>
            <a:custGeom>
              <a:avLst/>
              <a:gdLst/>
              <a:ahLst/>
              <a:cxnLst/>
              <a:rect l="l" t="t" r="r" b="b"/>
              <a:pathLst>
                <a:path w="1011554" h="91440">
                  <a:moveTo>
                    <a:pt x="965555" y="0"/>
                  </a:moveTo>
                  <a:lnTo>
                    <a:pt x="45478" y="0"/>
                  </a:lnTo>
                  <a:lnTo>
                    <a:pt x="27774" y="3573"/>
                  </a:lnTo>
                  <a:lnTo>
                    <a:pt x="13319" y="13319"/>
                  </a:lnTo>
                  <a:lnTo>
                    <a:pt x="3573" y="27774"/>
                  </a:lnTo>
                  <a:lnTo>
                    <a:pt x="0" y="45478"/>
                  </a:lnTo>
                  <a:lnTo>
                    <a:pt x="3573" y="63182"/>
                  </a:lnTo>
                  <a:lnTo>
                    <a:pt x="13319" y="77638"/>
                  </a:lnTo>
                  <a:lnTo>
                    <a:pt x="27774" y="87383"/>
                  </a:lnTo>
                  <a:lnTo>
                    <a:pt x="45478" y="90957"/>
                  </a:lnTo>
                  <a:lnTo>
                    <a:pt x="965555" y="90957"/>
                  </a:lnTo>
                  <a:lnTo>
                    <a:pt x="983259" y="87383"/>
                  </a:lnTo>
                  <a:lnTo>
                    <a:pt x="997715" y="77638"/>
                  </a:lnTo>
                  <a:lnTo>
                    <a:pt x="1007460" y="63182"/>
                  </a:lnTo>
                  <a:lnTo>
                    <a:pt x="1011034" y="45478"/>
                  </a:lnTo>
                  <a:lnTo>
                    <a:pt x="1007460" y="27774"/>
                  </a:lnTo>
                  <a:lnTo>
                    <a:pt x="997715" y="13319"/>
                  </a:lnTo>
                  <a:lnTo>
                    <a:pt x="983259" y="3573"/>
                  </a:lnTo>
                  <a:lnTo>
                    <a:pt x="965555" y="0"/>
                  </a:lnTo>
                  <a:close/>
                </a:path>
              </a:pathLst>
            </a:custGeom>
            <a:solidFill>
              <a:srgbClr val="7050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3266433" y="9745190"/>
            <a:ext cx="1108710" cy="91440"/>
            <a:chOff x="3266433" y="9745190"/>
            <a:chExt cx="1108710" cy="91440"/>
          </a:xfrm>
        </p:grpSpPr>
        <p:sp>
          <p:nvSpPr>
            <p:cNvPr id="35" name="object 35"/>
            <p:cNvSpPr/>
            <p:nvPr/>
          </p:nvSpPr>
          <p:spPr>
            <a:xfrm>
              <a:off x="3266433" y="9745190"/>
              <a:ext cx="1108710" cy="91440"/>
            </a:xfrm>
            <a:custGeom>
              <a:avLst/>
              <a:gdLst/>
              <a:ahLst/>
              <a:cxnLst/>
              <a:rect l="l" t="t" r="r" b="b"/>
              <a:pathLst>
                <a:path w="1108710" h="91440">
                  <a:moveTo>
                    <a:pt x="1062863" y="0"/>
                  </a:moveTo>
                  <a:lnTo>
                    <a:pt x="45491" y="0"/>
                  </a:lnTo>
                  <a:lnTo>
                    <a:pt x="27785" y="3573"/>
                  </a:lnTo>
                  <a:lnTo>
                    <a:pt x="13325" y="13319"/>
                  </a:lnTo>
                  <a:lnTo>
                    <a:pt x="3575" y="27774"/>
                  </a:lnTo>
                  <a:lnTo>
                    <a:pt x="0" y="45478"/>
                  </a:lnTo>
                  <a:lnTo>
                    <a:pt x="3575" y="63182"/>
                  </a:lnTo>
                  <a:lnTo>
                    <a:pt x="13325" y="77638"/>
                  </a:lnTo>
                  <a:lnTo>
                    <a:pt x="27785" y="87383"/>
                  </a:lnTo>
                  <a:lnTo>
                    <a:pt x="45491" y="90957"/>
                  </a:lnTo>
                  <a:lnTo>
                    <a:pt x="1062863" y="90957"/>
                  </a:lnTo>
                  <a:lnTo>
                    <a:pt x="1080566" y="87383"/>
                  </a:lnTo>
                  <a:lnTo>
                    <a:pt x="1095022" y="77638"/>
                  </a:lnTo>
                  <a:lnTo>
                    <a:pt x="1104768" y="63182"/>
                  </a:lnTo>
                  <a:lnTo>
                    <a:pt x="1108341" y="45478"/>
                  </a:lnTo>
                  <a:lnTo>
                    <a:pt x="1104768" y="27774"/>
                  </a:lnTo>
                  <a:lnTo>
                    <a:pt x="1095022" y="13319"/>
                  </a:lnTo>
                  <a:lnTo>
                    <a:pt x="1080566" y="3573"/>
                  </a:lnTo>
                  <a:lnTo>
                    <a:pt x="1062863" y="0"/>
                  </a:lnTo>
                  <a:close/>
                </a:path>
              </a:pathLst>
            </a:custGeom>
            <a:solidFill>
              <a:srgbClr val="E3DFD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266433" y="9745190"/>
              <a:ext cx="898525" cy="91440"/>
            </a:xfrm>
            <a:custGeom>
              <a:avLst/>
              <a:gdLst/>
              <a:ahLst/>
              <a:cxnLst/>
              <a:rect l="l" t="t" r="r" b="b"/>
              <a:pathLst>
                <a:path w="898525" h="91440">
                  <a:moveTo>
                    <a:pt x="852551" y="0"/>
                  </a:moveTo>
                  <a:lnTo>
                    <a:pt x="45491" y="0"/>
                  </a:lnTo>
                  <a:lnTo>
                    <a:pt x="27785" y="3573"/>
                  </a:lnTo>
                  <a:lnTo>
                    <a:pt x="13325" y="13319"/>
                  </a:lnTo>
                  <a:lnTo>
                    <a:pt x="3575" y="27774"/>
                  </a:lnTo>
                  <a:lnTo>
                    <a:pt x="0" y="45478"/>
                  </a:lnTo>
                  <a:lnTo>
                    <a:pt x="3575" y="63182"/>
                  </a:lnTo>
                  <a:lnTo>
                    <a:pt x="13325" y="77638"/>
                  </a:lnTo>
                  <a:lnTo>
                    <a:pt x="27785" y="87383"/>
                  </a:lnTo>
                  <a:lnTo>
                    <a:pt x="45491" y="90957"/>
                  </a:lnTo>
                  <a:lnTo>
                    <a:pt x="852551" y="90957"/>
                  </a:lnTo>
                  <a:lnTo>
                    <a:pt x="870254" y="87383"/>
                  </a:lnTo>
                  <a:lnTo>
                    <a:pt x="884710" y="77638"/>
                  </a:lnTo>
                  <a:lnTo>
                    <a:pt x="894456" y="63182"/>
                  </a:lnTo>
                  <a:lnTo>
                    <a:pt x="898029" y="45478"/>
                  </a:lnTo>
                  <a:lnTo>
                    <a:pt x="894456" y="27774"/>
                  </a:lnTo>
                  <a:lnTo>
                    <a:pt x="884710" y="13319"/>
                  </a:lnTo>
                  <a:lnTo>
                    <a:pt x="870254" y="3573"/>
                  </a:lnTo>
                  <a:lnTo>
                    <a:pt x="85255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/>
          <p:nvPr/>
        </p:nvSpPr>
        <p:spPr>
          <a:xfrm>
            <a:off x="1444752" y="1349566"/>
            <a:ext cx="3008630" cy="0"/>
          </a:xfrm>
          <a:custGeom>
            <a:avLst/>
            <a:gdLst/>
            <a:ahLst/>
            <a:cxnLst/>
            <a:rect l="l" t="t" r="r" b="b"/>
            <a:pathLst>
              <a:path w="3008629">
                <a:moveTo>
                  <a:pt x="0" y="0"/>
                </a:moveTo>
                <a:lnTo>
                  <a:pt x="3008109" y="0"/>
                </a:lnTo>
              </a:path>
            </a:pathLst>
          </a:custGeom>
          <a:ln w="38100">
            <a:solidFill>
              <a:srgbClr val="71DD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350" y="6362"/>
            <a:ext cx="7547609" cy="298450"/>
          </a:xfrm>
          <a:custGeom>
            <a:avLst/>
            <a:gdLst/>
            <a:ahLst/>
            <a:cxnLst/>
            <a:rect l="l" t="t" r="r" b="b"/>
            <a:pathLst>
              <a:path w="7547609" h="298450">
                <a:moveTo>
                  <a:pt x="7547292" y="0"/>
                </a:moveTo>
                <a:lnTo>
                  <a:pt x="0" y="0"/>
                </a:lnTo>
                <a:lnTo>
                  <a:pt x="0" y="298450"/>
                </a:lnTo>
                <a:lnTo>
                  <a:pt x="7547292" y="298450"/>
                </a:lnTo>
                <a:lnTo>
                  <a:pt x="7547292" y="0"/>
                </a:lnTo>
                <a:close/>
              </a:path>
            </a:pathLst>
          </a:custGeom>
          <a:solidFill>
            <a:srgbClr val="585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object 39"/>
          <p:cNvGrpSpPr/>
          <p:nvPr/>
        </p:nvGrpSpPr>
        <p:grpSpPr>
          <a:xfrm>
            <a:off x="4434797" y="2879085"/>
            <a:ext cx="127000" cy="264160"/>
            <a:chOff x="4434797" y="2879085"/>
            <a:chExt cx="127000" cy="264160"/>
          </a:xfrm>
        </p:grpSpPr>
        <p:sp>
          <p:nvSpPr>
            <p:cNvPr id="40" name="object 40"/>
            <p:cNvSpPr/>
            <p:nvPr/>
          </p:nvSpPr>
          <p:spPr>
            <a:xfrm>
              <a:off x="4434797" y="2879085"/>
              <a:ext cx="127000" cy="100330"/>
            </a:xfrm>
            <a:custGeom>
              <a:avLst/>
              <a:gdLst/>
              <a:ahLst/>
              <a:cxnLst/>
              <a:rect l="l" t="t" r="r" b="b"/>
              <a:pathLst>
                <a:path w="127000" h="100330">
                  <a:moveTo>
                    <a:pt x="0" y="100330"/>
                  </a:moveTo>
                  <a:lnTo>
                    <a:pt x="127000" y="10033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100330"/>
                  </a:lnTo>
                  <a:close/>
                </a:path>
              </a:pathLst>
            </a:custGeom>
            <a:solidFill>
              <a:srgbClr val="4640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498297" y="3016250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127000"/>
                  </a:moveTo>
                  <a:lnTo>
                    <a:pt x="0" y="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4640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/>
          <p:nvPr/>
        </p:nvSpPr>
        <p:spPr>
          <a:xfrm>
            <a:off x="4498297" y="2614917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127000"/>
                </a:moveTo>
                <a:lnTo>
                  <a:pt x="0" y="0"/>
                </a:lnTo>
                <a:lnTo>
                  <a:pt x="0" y="127000"/>
                </a:lnTo>
                <a:close/>
              </a:path>
            </a:pathLst>
          </a:custGeom>
          <a:solidFill>
            <a:srgbClr val="4640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498297" y="3972457"/>
            <a:ext cx="0" cy="1033780"/>
          </a:xfrm>
          <a:custGeom>
            <a:avLst/>
            <a:gdLst/>
            <a:ahLst/>
            <a:cxnLst/>
            <a:rect l="l" t="t" r="r" b="b"/>
            <a:pathLst>
              <a:path h="1033779">
                <a:moveTo>
                  <a:pt x="0" y="0"/>
                </a:moveTo>
                <a:lnTo>
                  <a:pt x="0" y="1033780"/>
                </a:lnTo>
              </a:path>
            </a:pathLst>
          </a:custGeom>
          <a:ln w="63500">
            <a:solidFill>
              <a:srgbClr val="E3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498297" y="5460303"/>
            <a:ext cx="0" cy="632460"/>
          </a:xfrm>
          <a:custGeom>
            <a:avLst/>
            <a:gdLst/>
            <a:ahLst/>
            <a:cxnLst/>
            <a:rect l="l" t="t" r="r" b="b"/>
            <a:pathLst>
              <a:path h="632460">
                <a:moveTo>
                  <a:pt x="0" y="0"/>
                </a:moveTo>
                <a:lnTo>
                  <a:pt x="0" y="632320"/>
                </a:lnTo>
              </a:path>
            </a:pathLst>
          </a:custGeom>
          <a:ln w="63500">
            <a:solidFill>
              <a:srgbClr val="E3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498297" y="6532894"/>
            <a:ext cx="0" cy="404495"/>
          </a:xfrm>
          <a:custGeom>
            <a:avLst/>
            <a:gdLst/>
            <a:ahLst/>
            <a:cxnLst/>
            <a:rect l="l" t="t" r="r" b="b"/>
            <a:pathLst>
              <a:path h="404495">
                <a:moveTo>
                  <a:pt x="0" y="0"/>
                </a:moveTo>
                <a:lnTo>
                  <a:pt x="0" y="404266"/>
                </a:lnTo>
              </a:path>
            </a:pathLst>
          </a:custGeom>
          <a:ln w="63500">
            <a:solidFill>
              <a:srgbClr val="E3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" name="object 4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4797" y="2305930"/>
            <a:ext cx="127000" cy="129921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4797" y="7091481"/>
            <a:ext cx="127000" cy="129921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34797" y="3686302"/>
            <a:ext cx="127000" cy="129921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34797" y="8082516"/>
            <a:ext cx="127000" cy="129920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34797" y="5163358"/>
            <a:ext cx="127000" cy="129921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34797" y="6247700"/>
            <a:ext cx="127000" cy="129921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1432051" y="1481104"/>
            <a:ext cx="332074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31F20"/>
                </a:solidFill>
                <a:latin typeface="Raleway-ExtraLight"/>
                <a:cs typeface="Raleway-ExtraLight"/>
              </a:rPr>
              <a:t>DIGITAL MEDIA</a:t>
            </a:r>
            <a:endParaRPr sz="1800" dirty="0">
              <a:latin typeface="Raleway-ExtraLight"/>
              <a:cs typeface="Raleway-ExtraLight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4498297" y="7401129"/>
            <a:ext cx="0" cy="476884"/>
          </a:xfrm>
          <a:custGeom>
            <a:avLst/>
            <a:gdLst/>
            <a:ahLst/>
            <a:cxnLst/>
            <a:rect l="l" t="t" r="r" b="b"/>
            <a:pathLst>
              <a:path h="476884">
                <a:moveTo>
                  <a:pt x="0" y="0"/>
                </a:moveTo>
                <a:lnTo>
                  <a:pt x="0" y="476402"/>
                </a:lnTo>
              </a:path>
            </a:pathLst>
          </a:custGeom>
          <a:ln w="63500">
            <a:solidFill>
              <a:srgbClr val="E3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31F2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257</Words>
  <Application>Microsoft Office PowerPoint</Application>
  <PresentationFormat>Personnalisé</PresentationFormat>
  <Paragraphs>50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9" baseType="lpstr">
      <vt:lpstr>Arial</vt:lpstr>
      <vt:lpstr>Bebas Neue Regular</vt:lpstr>
      <vt:lpstr>Calibri</vt:lpstr>
      <vt:lpstr>Raleway</vt:lpstr>
      <vt:lpstr>Raleway-ExtraLight</vt:lpstr>
      <vt:lpstr>Raleway-Light</vt:lpstr>
      <vt:lpstr>Raleway-Thin</vt:lpstr>
      <vt:lpstr>Office Theme</vt:lpstr>
      <vt:lpstr>AURÉLIE SIMON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AURÉLIE SIMON</dc:title>
  <dc:creator>Estelle</dc:creator>
  <cp:lastModifiedBy>Estelle</cp:lastModifiedBy>
  <cp:revision>3</cp:revision>
  <dcterms:created xsi:type="dcterms:W3CDTF">2021-06-21T08:26:58Z</dcterms:created>
  <dcterms:modified xsi:type="dcterms:W3CDTF">2021-10-22T13:17:32Z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2021-06-21T00:00:00Z</vt:filetime>
  </property>
  <property fmtid="{D5CDD505-2E9C-101B-9397-08002B2CF9AE}" pid="3" name="Creator">
    <vt:lpwstr>Adobe InDesign 16.1 (Macintosh)</vt:lpwstr>
  </property>
  <property fmtid="{D5CDD505-2E9C-101B-9397-08002B2CF9AE}" pid="4" name="LastSaved">
    <vt:filetime>2021-06-21T00:00:00Z</vt:filetime>
  </property>
</Properties>
</file>