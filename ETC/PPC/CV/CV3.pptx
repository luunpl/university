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51" d="100"/>
          <a:sy n="51" d="100"/>
        </p:scale>
        <p:origin x="254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33500" cy="2285365"/>
          </a:xfrm>
          <a:custGeom>
            <a:avLst/>
            <a:gdLst/>
            <a:ahLst/>
            <a:cxnLst/>
            <a:rect l="l" t="t" r="r" b="b"/>
            <a:pathLst>
              <a:path w="1333500" h="2285365">
                <a:moveTo>
                  <a:pt x="1333500" y="0"/>
                </a:moveTo>
                <a:lnTo>
                  <a:pt x="0" y="0"/>
                </a:lnTo>
                <a:lnTo>
                  <a:pt x="0" y="2285301"/>
                </a:lnTo>
                <a:lnTo>
                  <a:pt x="1333500" y="2285301"/>
                </a:lnTo>
                <a:lnTo>
                  <a:pt x="1333500" y="0"/>
                </a:lnTo>
                <a:close/>
              </a:path>
            </a:pathLst>
          </a:custGeom>
          <a:solidFill>
            <a:srgbClr val="238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790482"/>
            <a:ext cx="2011680" cy="3114675"/>
          </a:xfrm>
          <a:custGeom>
            <a:avLst/>
            <a:gdLst/>
            <a:ahLst/>
            <a:cxnLst/>
            <a:rect l="l" t="t" r="r" b="b"/>
            <a:pathLst>
              <a:path w="2011680" h="3114675">
                <a:moveTo>
                  <a:pt x="2011680" y="0"/>
                </a:moveTo>
                <a:lnTo>
                  <a:pt x="0" y="0"/>
                </a:lnTo>
                <a:lnTo>
                  <a:pt x="0" y="3114319"/>
                </a:lnTo>
                <a:lnTo>
                  <a:pt x="2011680" y="3114319"/>
                </a:lnTo>
                <a:lnTo>
                  <a:pt x="2011680" y="0"/>
                </a:lnTo>
                <a:close/>
              </a:path>
            </a:pathLst>
          </a:custGeom>
          <a:solidFill>
            <a:srgbClr val="238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7619301"/>
            <a:ext cx="2609850" cy="3072765"/>
          </a:xfrm>
          <a:custGeom>
            <a:avLst/>
            <a:gdLst/>
            <a:ahLst/>
            <a:cxnLst/>
            <a:rect l="l" t="t" r="r" b="b"/>
            <a:pathLst>
              <a:path w="2609850" h="3072765">
                <a:moveTo>
                  <a:pt x="2609850" y="0"/>
                </a:moveTo>
                <a:lnTo>
                  <a:pt x="0" y="0"/>
                </a:lnTo>
                <a:lnTo>
                  <a:pt x="0" y="3072701"/>
                </a:lnTo>
                <a:lnTo>
                  <a:pt x="2609850" y="3072701"/>
                </a:lnTo>
                <a:lnTo>
                  <a:pt x="2609850" y="0"/>
                </a:lnTo>
                <a:close/>
              </a:path>
            </a:pathLst>
          </a:custGeom>
          <a:solidFill>
            <a:srgbClr val="238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350" y="0"/>
            <a:ext cx="7553959" cy="2422525"/>
          </a:xfrm>
          <a:custGeom>
            <a:avLst/>
            <a:gdLst/>
            <a:ahLst/>
            <a:cxnLst/>
            <a:rect l="l" t="t" r="r" b="b"/>
            <a:pathLst>
              <a:path w="7553959" h="2422525">
                <a:moveTo>
                  <a:pt x="7553655" y="0"/>
                </a:moveTo>
                <a:lnTo>
                  <a:pt x="4146550" y="0"/>
                </a:lnTo>
                <a:lnTo>
                  <a:pt x="0" y="0"/>
                </a:lnTo>
                <a:lnTo>
                  <a:pt x="0" y="539064"/>
                </a:lnTo>
                <a:lnTo>
                  <a:pt x="1638" y="587756"/>
                </a:lnTo>
                <a:lnTo>
                  <a:pt x="6489" y="635571"/>
                </a:lnTo>
                <a:lnTo>
                  <a:pt x="14439" y="682396"/>
                </a:lnTo>
                <a:lnTo>
                  <a:pt x="25400" y="728129"/>
                </a:lnTo>
                <a:lnTo>
                  <a:pt x="39243" y="772655"/>
                </a:lnTo>
                <a:lnTo>
                  <a:pt x="55880" y="815886"/>
                </a:lnTo>
                <a:lnTo>
                  <a:pt x="75196" y="857707"/>
                </a:lnTo>
                <a:lnTo>
                  <a:pt x="97091" y="898017"/>
                </a:lnTo>
                <a:lnTo>
                  <a:pt x="121450" y="936701"/>
                </a:lnTo>
                <a:lnTo>
                  <a:pt x="148183" y="973658"/>
                </a:lnTo>
                <a:lnTo>
                  <a:pt x="177165" y="1008773"/>
                </a:lnTo>
                <a:lnTo>
                  <a:pt x="208305" y="1041958"/>
                </a:lnTo>
                <a:lnTo>
                  <a:pt x="241477" y="1073086"/>
                </a:lnTo>
                <a:lnTo>
                  <a:pt x="276606" y="1102067"/>
                </a:lnTo>
                <a:lnTo>
                  <a:pt x="313550" y="1128801"/>
                </a:lnTo>
                <a:lnTo>
                  <a:pt x="352234" y="1153160"/>
                </a:lnTo>
                <a:lnTo>
                  <a:pt x="392544" y="1175054"/>
                </a:lnTo>
                <a:lnTo>
                  <a:pt x="434365" y="1194371"/>
                </a:lnTo>
                <a:lnTo>
                  <a:pt x="477596" y="1211008"/>
                </a:lnTo>
                <a:lnTo>
                  <a:pt x="522122" y="1224851"/>
                </a:lnTo>
                <a:lnTo>
                  <a:pt x="567867" y="1235811"/>
                </a:lnTo>
                <a:lnTo>
                  <a:pt x="614692" y="1243761"/>
                </a:lnTo>
                <a:lnTo>
                  <a:pt x="662495" y="1248625"/>
                </a:lnTo>
                <a:lnTo>
                  <a:pt x="711200" y="1250264"/>
                </a:lnTo>
                <a:lnTo>
                  <a:pt x="4146550" y="1250264"/>
                </a:lnTo>
                <a:lnTo>
                  <a:pt x="4146550" y="2422182"/>
                </a:lnTo>
                <a:lnTo>
                  <a:pt x="7553655" y="2422182"/>
                </a:lnTo>
                <a:lnTo>
                  <a:pt x="7553655" y="1250264"/>
                </a:lnTo>
                <a:lnTo>
                  <a:pt x="7553655" y="0"/>
                </a:lnTo>
                <a:close/>
              </a:path>
            </a:pathLst>
          </a:custGeom>
          <a:solidFill>
            <a:srgbClr val="A4C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1250252"/>
            <a:ext cx="6421755" cy="3081020"/>
          </a:xfrm>
          <a:custGeom>
            <a:avLst/>
            <a:gdLst/>
            <a:ahLst/>
            <a:cxnLst/>
            <a:rect l="l" t="t" r="r" b="b"/>
            <a:pathLst>
              <a:path w="6421755" h="3081020">
                <a:moveTo>
                  <a:pt x="4881341" y="0"/>
                </a:moveTo>
                <a:lnTo>
                  <a:pt x="35275" y="0"/>
                </a:lnTo>
                <a:lnTo>
                  <a:pt x="0" y="538"/>
                </a:lnTo>
                <a:lnTo>
                  <a:pt x="0" y="3079909"/>
                </a:lnTo>
                <a:lnTo>
                  <a:pt x="35275" y="3080448"/>
                </a:lnTo>
                <a:lnTo>
                  <a:pt x="4881341" y="3080448"/>
                </a:lnTo>
                <a:lnTo>
                  <a:pt x="4929315" y="3079715"/>
                </a:lnTo>
                <a:lnTo>
                  <a:pt x="4976924" y="3077531"/>
                </a:lnTo>
                <a:lnTo>
                  <a:pt x="5024146" y="3073916"/>
                </a:lnTo>
                <a:lnTo>
                  <a:pt x="5070961" y="3068892"/>
                </a:lnTo>
                <a:lnTo>
                  <a:pt x="5117346" y="3062480"/>
                </a:lnTo>
                <a:lnTo>
                  <a:pt x="5163280" y="3054702"/>
                </a:lnTo>
                <a:lnTo>
                  <a:pt x="5208743" y="3045579"/>
                </a:lnTo>
                <a:lnTo>
                  <a:pt x="5253713" y="3035131"/>
                </a:lnTo>
                <a:lnTo>
                  <a:pt x="5298168" y="3023382"/>
                </a:lnTo>
                <a:lnTo>
                  <a:pt x="5342087" y="3010351"/>
                </a:lnTo>
                <a:lnTo>
                  <a:pt x="5385450" y="2996060"/>
                </a:lnTo>
                <a:lnTo>
                  <a:pt x="5428234" y="2980530"/>
                </a:lnTo>
                <a:lnTo>
                  <a:pt x="5470418" y="2963784"/>
                </a:lnTo>
                <a:lnTo>
                  <a:pt x="5511982" y="2945841"/>
                </a:lnTo>
                <a:lnTo>
                  <a:pt x="5552903" y="2926723"/>
                </a:lnTo>
                <a:lnTo>
                  <a:pt x="5593161" y="2906452"/>
                </a:lnTo>
                <a:lnTo>
                  <a:pt x="5632734" y="2885049"/>
                </a:lnTo>
                <a:lnTo>
                  <a:pt x="5671601" y="2862535"/>
                </a:lnTo>
                <a:lnTo>
                  <a:pt x="5709740" y="2838932"/>
                </a:lnTo>
                <a:lnTo>
                  <a:pt x="5747131" y="2814260"/>
                </a:lnTo>
                <a:lnTo>
                  <a:pt x="5783751" y="2788541"/>
                </a:lnTo>
                <a:lnTo>
                  <a:pt x="5819581" y="2761797"/>
                </a:lnTo>
                <a:lnTo>
                  <a:pt x="5854597" y="2734048"/>
                </a:lnTo>
                <a:lnTo>
                  <a:pt x="5888780" y="2705317"/>
                </a:lnTo>
                <a:lnTo>
                  <a:pt x="5922108" y="2675623"/>
                </a:lnTo>
                <a:lnTo>
                  <a:pt x="5954558" y="2644989"/>
                </a:lnTo>
                <a:lnTo>
                  <a:pt x="5986112" y="2613437"/>
                </a:lnTo>
                <a:lnTo>
                  <a:pt x="6016746" y="2580986"/>
                </a:lnTo>
                <a:lnTo>
                  <a:pt x="6046439" y="2547659"/>
                </a:lnTo>
                <a:lnTo>
                  <a:pt x="6075171" y="2513476"/>
                </a:lnTo>
                <a:lnTo>
                  <a:pt x="6102920" y="2478460"/>
                </a:lnTo>
                <a:lnTo>
                  <a:pt x="6129664" y="2442631"/>
                </a:lnTo>
                <a:lnTo>
                  <a:pt x="6155383" y="2406010"/>
                </a:lnTo>
                <a:lnTo>
                  <a:pt x="6180055" y="2368620"/>
                </a:lnTo>
                <a:lnTo>
                  <a:pt x="6203658" y="2330481"/>
                </a:lnTo>
                <a:lnTo>
                  <a:pt x="6226172" y="2291614"/>
                </a:lnTo>
                <a:lnTo>
                  <a:pt x="6247575" y="2252042"/>
                </a:lnTo>
                <a:lnTo>
                  <a:pt x="6267847" y="2211784"/>
                </a:lnTo>
                <a:lnTo>
                  <a:pt x="6286964" y="2170863"/>
                </a:lnTo>
                <a:lnTo>
                  <a:pt x="6304907" y="2129300"/>
                </a:lnTo>
                <a:lnTo>
                  <a:pt x="6321654" y="2087116"/>
                </a:lnTo>
                <a:lnTo>
                  <a:pt x="6337183" y="2044333"/>
                </a:lnTo>
                <a:lnTo>
                  <a:pt x="6351474" y="2000971"/>
                </a:lnTo>
                <a:lnTo>
                  <a:pt x="6364505" y="1957052"/>
                </a:lnTo>
                <a:lnTo>
                  <a:pt x="6376255" y="1912597"/>
                </a:lnTo>
                <a:lnTo>
                  <a:pt x="6386702" y="1867628"/>
                </a:lnTo>
                <a:lnTo>
                  <a:pt x="6395825" y="1822166"/>
                </a:lnTo>
                <a:lnTo>
                  <a:pt x="6403604" y="1776232"/>
                </a:lnTo>
                <a:lnTo>
                  <a:pt x="6410015" y="1729847"/>
                </a:lnTo>
                <a:lnTo>
                  <a:pt x="6415039" y="1683033"/>
                </a:lnTo>
                <a:lnTo>
                  <a:pt x="6418654" y="1635812"/>
                </a:lnTo>
                <a:lnTo>
                  <a:pt x="6420839" y="1588204"/>
                </a:lnTo>
                <a:lnTo>
                  <a:pt x="6421572" y="1540230"/>
                </a:lnTo>
                <a:lnTo>
                  <a:pt x="6420839" y="1492256"/>
                </a:lnTo>
                <a:lnTo>
                  <a:pt x="6418654" y="1444647"/>
                </a:lnTo>
                <a:lnTo>
                  <a:pt x="6415039" y="1397425"/>
                </a:lnTo>
                <a:lnTo>
                  <a:pt x="6410015" y="1350610"/>
                </a:lnTo>
                <a:lnTo>
                  <a:pt x="6403604" y="1304225"/>
                </a:lnTo>
                <a:lnTo>
                  <a:pt x="6395825" y="1258291"/>
                </a:lnTo>
                <a:lnTo>
                  <a:pt x="6386702" y="1212828"/>
                </a:lnTo>
                <a:lnTo>
                  <a:pt x="6376255" y="1167858"/>
                </a:lnTo>
                <a:lnTo>
                  <a:pt x="6364505" y="1123403"/>
                </a:lnTo>
                <a:lnTo>
                  <a:pt x="6351474" y="1079484"/>
                </a:lnTo>
                <a:lnTo>
                  <a:pt x="6337183" y="1036121"/>
                </a:lnTo>
                <a:lnTo>
                  <a:pt x="6321654" y="993337"/>
                </a:lnTo>
                <a:lnTo>
                  <a:pt x="6304907" y="951153"/>
                </a:lnTo>
                <a:lnTo>
                  <a:pt x="6286964" y="909589"/>
                </a:lnTo>
                <a:lnTo>
                  <a:pt x="6267847" y="868668"/>
                </a:lnTo>
                <a:lnTo>
                  <a:pt x="6247575" y="828410"/>
                </a:lnTo>
                <a:lnTo>
                  <a:pt x="6226172" y="788837"/>
                </a:lnTo>
                <a:lnTo>
                  <a:pt x="6203658" y="749970"/>
                </a:lnTo>
                <a:lnTo>
                  <a:pt x="6180055" y="711831"/>
                </a:lnTo>
                <a:lnTo>
                  <a:pt x="6155383" y="674440"/>
                </a:lnTo>
                <a:lnTo>
                  <a:pt x="6129664" y="637820"/>
                </a:lnTo>
                <a:lnTo>
                  <a:pt x="6102920" y="601990"/>
                </a:lnTo>
                <a:lnTo>
                  <a:pt x="6075171" y="566974"/>
                </a:lnTo>
                <a:lnTo>
                  <a:pt x="6046439" y="532791"/>
                </a:lnTo>
                <a:lnTo>
                  <a:pt x="6016746" y="499464"/>
                </a:lnTo>
                <a:lnTo>
                  <a:pt x="5986112" y="467013"/>
                </a:lnTo>
                <a:lnTo>
                  <a:pt x="5954558" y="435460"/>
                </a:lnTo>
                <a:lnTo>
                  <a:pt x="5922108" y="404826"/>
                </a:lnTo>
                <a:lnTo>
                  <a:pt x="5888780" y="375132"/>
                </a:lnTo>
                <a:lnTo>
                  <a:pt x="5854597" y="346400"/>
                </a:lnTo>
                <a:lnTo>
                  <a:pt x="5819581" y="318652"/>
                </a:lnTo>
                <a:lnTo>
                  <a:pt x="5783751" y="291907"/>
                </a:lnTo>
                <a:lnTo>
                  <a:pt x="5747131" y="266188"/>
                </a:lnTo>
                <a:lnTo>
                  <a:pt x="5709740" y="241516"/>
                </a:lnTo>
                <a:lnTo>
                  <a:pt x="5671601" y="217913"/>
                </a:lnTo>
                <a:lnTo>
                  <a:pt x="5632734" y="195399"/>
                </a:lnTo>
                <a:lnTo>
                  <a:pt x="5593161" y="173996"/>
                </a:lnTo>
                <a:lnTo>
                  <a:pt x="5552903" y="153725"/>
                </a:lnTo>
                <a:lnTo>
                  <a:pt x="5511982" y="134607"/>
                </a:lnTo>
                <a:lnTo>
                  <a:pt x="5470418" y="116664"/>
                </a:lnTo>
                <a:lnTo>
                  <a:pt x="5428234" y="99917"/>
                </a:lnTo>
                <a:lnTo>
                  <a:pt x="5385450" y="84388"/>
                </a:lnTo>
                <a:lnTo>
                  <a:pt x="5342087" y="70097"/>
                </a:lnTo>
                <a:lnTo>
                  <a:pt x="5298168" y="57066"/>
                </a:lnTo>
                <a:lnTo>
                  <a:pt x="5253713" y="45316"/>
                </a:lnTo>
                <a:lnTo>
                  <a:pt x="5208743" y="34869"/>
                </a:lnTo>
                <a:lnTo>
                  <a:pt x="5163280" y="25746"/>
                </a:lnTo>
                <a:lnTo>
                  <a:pt x="5117346" y="17968"/>
                </a:lnTo>
                <a:lnTo>
                  <a:pt x="5070961" y="11556"/>
                </a:lnTo>
                <a:lnTo>
                  <a:pt x="5024146" y="6532"/>
                </a:lnTo>
                <a:lnTo>
                  <a:pt x="4976924" y="2917"/>
                </a:lnTo>
                <a:lnTo>
                  <a:pt x="4929315" y="732"/>
                </a:lnTo>
                <a:lnTo>
                  <a:pt x="4881341" y="0"/>
                </a:lnTo>
                <a:close/>
              </a:path>
            </a:pathLst>
          </a:custGeom>
          <a:solidFill>
            <a:srgbClr val="238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8990903"/>
            <a:ext cx="6276975" cy="1701164"/>
          </a:xfrm>
          <a:custGeom>
            <a:avLst/>
            <a:gdLst/>
            <a:ahLst/>
            <a:cxnLst/>
            <a:rect l="l" t="t" r="r" b="b"/>
            <a:pathLst>
              <a:path w="6276975" h="1701165">
                <a:moveTo>
                  <a:pt x="4736748" y="0"/>
                </a:moveTo>
                <a:lnTo>
                  <a:pt x="0" y="0"/>
                </a:lnTo>
                <a:lnTo>
                  <a:pt x="0" y="1701100"/>
                </a:lnTo>
                <a:lnTo>
                  <a:pt x="6268507" y="1701100"/>
                </a:lnTo>
                <a:lnTo>
                  <a:pt x="6270446" y="1683033"/>
                </a:lnTo>
                <a:lnTo>
                  <a:pt x="6274061" y="1635812"/>
                </a:lnTo>
                <a:lnTo>
                  <a:pt x="6276245" y="1588204"/>
                </a:lnTo>
                <a:lnTo>
                  <a:pt x="6276978" y="1540230"/>
                </a:lnTo>
                <a:lnTo>
                  <a:pt x="6276245" y="1492256"/>
                </a:lnTo>
                <a:lnTo>
                  <a:pt x="6274061" y="1444647"/>
                </a:lnTo>
                <a:lnTo>
                  <a:pt x="6270446" y="1397425"/>
                </a:lnTo>
                <a:lnTo>
                  <a:pt x="6265422" y="1350610"/>
                </a:lnTo>
                <a:lnTo>
                  <a:pt x="6259010" y="1304225"/>
                </a:lnTo>
                <a:lnTo>
                  <a:pt x="6251232" y="1258291"/>
                </a:lnTo>
                <a:lnTo>
                  <a:pt x="6242109" y="1212828"/>
                </a:lnTo>
                <a:lnTo>
                  <a:pt x="6231662" y="1167858"/>
                </a:lnTo>
                <a:lnTo>
                  <a:pt x="6219912" y="1123403"/>
                </a:lnTo>
                <a:lnTo>
                  <a:pt x="6206881" y="1079484"/>
                </a:lnTo>
                <a:lnTo>
                  <a:pt x="6192590" y="1036121"/>
                </a:lnTo>
                <a:lnTo>
                  <a:pt x="6177061" y="993337"/>
                </a:lnTo>
                <a:lnTo>
                  <a:pt x="6160314" y="951153"/>
                </a:lnTo>
                <a:lnTo>
                  <a:pt x="6142371" y="909589"/>
                </a:lnTo>
                <a:lnTo>
                  <a:pt x="6123253" y="868668"/>
                </a:lnTo>
                <a:lnTo>
                  <a:pt x="6102982" y="828410"/>
                </a:lnTo>
                <a:lnTo>
                  <a:pt x="6081579" y="788837"/>
                </a:lnTo>
                <a:lnTo>
                  <a:pt x="6059065" y="749970"/>
                </a:lnTo>
                <a:lnTo>
                  <a:pt x="6035461" y="711831"/>
                </a:lnTo>
                <a:lnTo>
                  <a:pt x="6010789" y="674440"/>
                </a:lnTo>
                <a:lnTo>
                  <a:pt x="5985071" y="637820"/>
                </a:lnTo>
                <a:lnTo>
                  <a:pt x="5958326" y="601990"/>
                </a:lnTo>
                <a:lnTo>
                  <a:pt x="5930578" y="566974"/>
                </a:lnTo>
                <a:lnTo>
                  <a:pt x="5901846" y="532791"/>
                </a:lnTo>
                <a:lnTo>
                  <a:pt x="5872152" y="499464"/>
                </a:lnTo>
                <a:lnTo>
                  <a:pt x="5841518" y="467013"/>
                </a:lnTo>
                <a:lnTo>
                  <a:pt x="5809965" y="435460"/>
                </a:lnTo>
                <a:lnTo>
                  <a:pt x="5777514" y="404826"/>
                </a:lnTo>
                <a:lnTo>
                  <a:pt x="5744187" y="375132"/>
                </a:lnTo>
                <a:lnTo>
                  <a:pt x="5710004" y="346400"/>
                </a:lnTo>
                <a:lnTo>
                  <a:pt x="5674987" y="318652"/>
                </a:lnTo>
                <a:lnTo>
                  <a:pt x="5639158" y="291907"/>
                </a:lnTo>
                <a:lnTo>
                  <a:pt x="5602537" y="266188"/>
                </a:lnTo>
                <a:lnTo>
                  <a:pt x="5565147" y="241516"/>
                </a:lnTo>
                <a:lnTo>
                  <a:pt x="5527007" y="217913"/>
                </a:lnTo>
                <a:lnTo>
                  <a:pt x="5488141" y="195399"/>
                </a:lnTo>
                <a:lnTo>
                  <a:pt x="5448568" y="173996"/>
                </a:lnTo>
                <a:lnTo>
                  <a:pt x="5408310" y="153725"/>
                </a:lnTo>
                <a:lnTo>
                  <a:pt x="5367389" y="134607"/>
                </a:lnTo>
                <a:lnTo>
                  <a:pt x="5325825" y="116664"/>
                </a:lnTo>
                <a:lnTo>
                  <a:pt x="5283641" y="99917"/>
                </a:lnTo>
                <a:lnTo>
                  <a:pt x="5240857" y="84388"/>
                </a:lnTo>
                <a:lnTo>
                  <a:pt x="5197494" y="70097"/>
                </a:lnTo>
                <a:lnTo>
                  <a:pt x="5153575" y="57066"/>
                </a:lnTo>
                <a:lnTo>
                  <a:pt x="5109119" y="45316"/>
                </a:lnTo>
                <a:lnTo>
                  <a:pt x="5064150" y="34869"/>
                </a:lnTo>
                <a:lnTo>
                  <a:pt x="5018687" y="25746"/>
                </a:lnTo>
                <a:lnTo>
                  <a:pt x="4972752" y="17968"/>
                </a:lnTo>
                <a:lnTo>
                  <a:pt x="4926367" y="11556"/>
                </a:lnTo>
                <a:lnTo>
                  <a:pt x="4879553" y="6532"/>
                </a:lnTo>
                <a:lnTo>
                  <a:pt x="4832331" y="2917"/>
                </a:lnTo>
                <a:lnTo>
                  <a:pt x="4784722" y="732"/>
                </a:lnTo>
                <a:lnTo>
                  <a:pt x="4736748" y="0"/>
                </a:lnTo>
                <a:close/>
              </a:path>
            </a:pathLst>
          </a:custGeom>
          <a:solidFill>
            <a:srgbClr val="2386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4342704"/>
            <a:ext cx="7560309" cy="4648200"/>
          </a:xfrm>
          <a:custGeom>
            <a:avLst/>
            <a:gdLst/>
            <a:ahLst/>
            <a:cxnLst/>
            <a:rect l="l" t="t" r="r" b="b"/>
            <a:pathLst>
              <a:path w="7560309" h="4648200">
                <a:moveTo>
                  <a:pt x="5514994" y="4635500"/>
                </a:moveTo>
                <a:lnTo>
                  <a:pt x="1678483" y="4635500"/>
                </a:lnTo>
                <a:lnTo>
                  <a:pt x="1725343" y="4648200"/>
                </a:lnTo>
                <a:lnTo>
                  <a:pt x="5468134" y="4648200"/>
                </a:lnTo>
                <a:lnTo>
                  <a:pt x="5514994" y="4635500"/>
                </a:lnTo>
                <a:close/>
              </a:path>
              <a:path w="7560309" h="4648200">
                <a:moveTo>
                  <a:pt x="5653827" y="4610100"/>
                </a:moveTo>
                <a:lnTo>
                  <a:pt x="1539651" y="4610100"/>
                </a:lnTo>
                <a:lnTo>
                  <a:pt x="1631909" y="4635500"/>
                </a:lnTo>
                <a:lnTo>
                  <a:pt x="5561569" y="4635500"/>
                </a:lnTo>
                <a:lnTo>
                  <a:pt x="5653827" y="4610100"/>
                </a:lnTo>
                <a:close/>
              </a:path>
              <a:path w="7560309" h="4648200">
                <a:moveTo>
                  <a:pt x="5699492" y="38100"/>
                </a:moveTo>
                <a:lnTo>
                  <a:pt x="1493986" y="38100"/>
                </a:lnTo>
                <a:lnTo>
                  <a:pt x="1141053" y="139700"/>
                </a:lnTo>
                <a:lnTo>
                  <a:pt x="1098625" y="165100"/>
                </a:lnTo>
                <a:lnTo>
                  <a:pt x="1014997" y="190500"/>
                </a:lnTo>
                <a:lnTo>
                  <a:pt x="973816" y="215900"/>
                </a:lnTo>
                <a:lnTo>
                  <a:pt x="933070" y="228600"/>
                </a:lnTo>
                <a:lnTo>
                  <a:pt x="852919" y="279400"/>
                </a:lnTo>
                <a:lnTo>
                  <a:pt x="813533" y="292100"/>
                </a:lnTo>
                <a:lnTo>
                  <a:pt x="736186" y="342900"/>
                </a:lnTo>
                <a:lnTo>
                  <a:pt x="660803" y="393700"/>
                </a:lnTo>
                <a:lnTo>
                  <a:pt x="587457" y="444500"/>
                </a:lnTo>
                <a:lnTo>
                  <a:pt x="551572" y="469900"/>
                </a:lnTo>
                <a:lnTo>
                  <a:pt x="516225" y="495300"/>
                </a:lnTo>
                <a:lnTo>
                  <a:pt x="481424" y="520700"/>
                </a:lnTo>
                <a:lnTo>
                  <a:pt x="447180" y="558800"/>
                </a:lnTo>
                <a:lnTo>
                  <a:pt x="413502" y="584200"/>
                </a:lnTo>
                <a:lnTo>
                  <a:pt x="380399" y="609600"/>
                </a:lnTo>
                <a:lnTo>
                  <a:pt x="347880" y="647700"/>
                </a:lnTo>
                <a:lnTo>
                  <a:pt x="315955" y="673100"/>
                </a:lnTo>
                <a:lnTo>
                  <a:pt x="284634" y="711200"/>
                </a:lnTo>
                <a:lnTo>
                  <a:pt x="253925" y="736600"/>
                </a:lnTo>
                <a:lnTo>
                  <a:pt x="223838" y="774700"/>
                </a:lnTo>
                <a:lnTo>
                  <a:pt x="194382" y="812800"/>
                </a:lnTo>
                <a:lnTo>
                  <a:pt x="165567" y="838200"/>
                </a:lnTo>
                <a:lnTo>
                  <a:pt x="137402" y="876300"/>
                </a:lnTo>
                <a:lnTo>
                  <a:pt x="109897" y="914400"/>
                </a:lnTo>
                <a:lnTo>
                  <a:pt x="83060" y="952500"/>
                </a:lnTo>
                <a:lnTo>
                  <a:pt x="56901" y="990600"/>
                </a:lnTo>
                <a:lnTo>
                  <a:pt x="31430" y="1016000"/>
                </a:lnTo>
                <a:lnTo>
                  <a:pt x="6656" y="1054100"/>
                </a:lnTo>
                <a:lnTo>
                  <a:pt x="0" y="1066800"/>
                </a:lnTo>
                <a:lnTo>
                  <a:pt x="0" y="3581400"/>
                </a:lnTo>
                <a:lnTo>
                  <a:pt x="6656" y="3594100"/>
                </a:lnTo>
                <a:lnTo>
                  <a:pt x="31430" y="3632200"/>
                </a:lnTo>
                <a:lnTo>
                  <a:pt x="56901" y="3670300"/>
                </a:lnTo>
                <a:lnTo>
                  <a:pt x="83060" y="3695700"/>
                </a:lnTo>
                <a:lnTo>
                  <a:pt x="109897" y="3733800"/>
                </a:lnTo>
                <a:lnTo>
                  <a:pt x="137402" y="3771900"/>
                </a:lnTo>
                <a:lnTo>
                  <a:pt x="165567" y="3810000"/>
                </a:lnTo>
                <a:lnTo>
                  <a:pt x="194382" y="3835400"/>
                </a:lnTo>
                <a:lnTo>
                  <a:pt x="223838" y="3873500"/>
                </a:lnTo>
                <a:lnTo>
                  <a:pt x="253925" y="3911600"/>
                </a:lnTo>
                <a:lnTo>
                  <a:pt x="284634" y="3937000"/>
                </a:lnTo>
                <a:lnTo>
                  <a:pt x="315955" y="3975100"/>
                </a:lnTo>
                <a:lnTo>
                  <a:pt x="347880" y="4000500"/>
                </a:lnTo>
                <a:lnTo>
                  <a:pt x="380399" y="4038600"/>
                </a:lnTo>
                <a:lnTo>
                  <a:pt x="413502" y="4064000"/>
                </a:lnTo>
                <a:lnTo>
                  <a:pt x="447180" y="4089400"/>
                </a:lnTo>
                <a:lnTo>
                  <a:pt x="481424" y="4127500"/>
                </a:lnTo>
                <a:lnTo>
                  <a:pt x="516225" y="4152900"/>
                </a:lnTo>
                <a:lnTo>
                  <a:pt x="551572" y="4178300"/>
                </a:lnTo>
                <a:lnTo>
                  <a:pt x="587457" y="4203700"/>
                </a:lnTo>
                <a:lnTo>
                  <a:pt x="660803" y="4254500"/>
                </a:lnTo>
                <a:lnTo>
                  <a:pt x="736186" y="4305300"/>
                </a:lnTo>
                <a:lnTo>
                  <a:pt x="813533" y="4356100"/>
                </a:lnTo>
                <a:lnTo>
                  <a:pt x="852919" y="4368800"/>
                </a:lnTo>
                <a:lnTo>
                  <a:pt x="933070" y="4419600"/>
                </a:lnTo>
                <a:lnTo>
                  <a:pt x="973816" y="4432300"/>
                </a:lnTo>
                <a:lnTo>
                  <a:pt x="1014997" y="4457700"/>
                </a:lnTo>
                <a:lnTo>
                  <a:pt x="1098625" y="4483100"/>
                </a:lnTo>
                <a:lnTo>
                  <a:pt x="1141053" y="4508500"/>
                </a:lnTo>
                <a:lnTo>
                  <a:pt x="1493986" y="4610100"/>
                </a:lnTo>
                <a:lnTo>
                  <a:pt x="5699492" y="4610100"/>
                </a:lnTo>
                <a:lnTo>
                  <a:pt x="6052426" y="4508500"/>
                </a:lnTo>
                <a:lnTo>
                  <a:pt x="6094854" y="4483100"/>
                </a:lnTo>
                <a:lnTo>
                  <a:pt x="6178482" y="4457700"/>
                </a:lnTo>
                <a:lnTo>
                  <a:pt x="6219663" y="4432300"/>
                </a:lnTo>
                <a:lnTo>
                  <a:pt x="6260409" y="4419600"/>
                </a:lnTo>
                <a:lnTo>
                  <a:pt x="6340560" y="4368800"/>
                </a:lnTo>
                <a:lnTo>
                  <a:pt x="6379947" y="4356100"/>
                </a:lnTo>
                <a:lnTo>
                  <a:pt x="6457294" y="4305300"/>
                </a:lnTo>
                <a:lnTo>
                  <a:pt x="6532678" y="4254500"/>
                </a:lnTo>
                <a:lnTo>
                  <a:pt x="6606024" y="4203700"/>
                </a:lnTo>
                <a:lnTo>
                  <a:pt x="6641909" y="4178300"/>
                </a:lnTo>
                <a:lnTo>
                  <a:pt x="6677257" y="4152900"/>
                </a:lnTo>
                <a:lnTo>
                  <a:pt x="6712058" y="4127500"/>
                </a:lnTo>
                <a:lnTo>
                  <a:pt x="6746302" y="4089400"/>
                </a:lnTo>
                <a:lnTo>
                  <a:pt x="6779980" y="4064000"/>
                </a:lnTo>
                <a:lnTo>
                  <a:pt x="6813084" y="4038600"/>
                </a:lnTo>
                <a:lnTo>
                  <a:pt x="6845603" y="4000500"/>
                </a:lnTo>
                <a:lnTo>
                  <a:pt x="6877528" y="3975100"/>
                </a:lnTo>
                <a:lnTo>
                  <a:pt x="6908850" y="3937000"/>
                </a:lnTo>
                <a:lnTo>
                  <a:pt x="6939559" y="3911600"/>
                </a:lnTo>
                <a:lnTo>
                  <a:pt x="6969646" y="3873500"/>
                </a:lnTo>
                <a:lnTo>
                  <a:pt x="6999102" y="3835400"/>
                </a:lnTo>
                <a:lnTo>
                  <a:pt x="7027917" y="3810000"/>
                </a:lnTo>
                <a:lnTo>
                  <a:pt x="7056083" y="3771900"/>
                </a:lnTo>
                <a:lnTo>
                  <a:pt x="7083588" y="3733800"/>
                </a:lnTo>
                <a:lnTo>
                  <a:pt x="7110425" y="3695700"/>
                </a:lnTo>
                <a:lnTo>
                  <a:pt x="7136584" y="3670300"/>
                </a:lnTo>
                <a:lnTo>
                  <a:pt x="7162055" y="3632200"/>
                </a:lnTo>
                <a:lnTo>
                  <a:pt x="7186829" y="3594100"/>
                </a:lnTo>
                <a:lnTo>
                  <a:pt x="7210897" y="3556000"/>
                </a:lnTo>
                <a:lnTo>
                  <a:pt x="7234250" y="3517900"/>
                </a:lnTo>
                <a:lnTo>
                  <a:pt x="7256877" y="3479800"/>
                </a:lnTo>
                <a:lnTo>
                  <a:pt x="7278770" y="3429000"/>
                </a:lnTo>
                <a:lnTo>
                  <a:pt x="7299919" y="3390900"/>
                </a:lnTo>
                <a:lnTo>
                  <a:pt x="7320315" y="3352800"/>
                </a:lnTo>
                <a:lnTo>
                  <a:pt x="7339948" y="3314700"/>
                </a:lnTo>
                <a:lnTo>
                  <a:pt x="7358810" y="3276600"/>
                </a:lnTo>
                <a:lnTo>
                  <a:pt x="7376890" y="3225800"/>
                </a:lnTo>
                <a:lnTo>
                  <a:pt x="7394180" y="3187700"/>
                </a:lnTo>
                <a:lnTo>
                  <a:pt x="7410669" y="3149600"/>
                </a:lnTo>
                <a:lnTo>
                  <a:pt x="7426350" y="3098800"/>
                </a:lnTo>
                <a:lnTo>
                  <a:pt x="7441211" y="3060700"/>
                </a:lnTo>
                <a:lnTo>
                  <a:pt x="7455245" y="3022600"/>
                </a:lnTo>
                <a:lnTo>
                  <a:pt x="7468441" y="2971800"/>
                </a:lnTo>
                <a:lnTo>
                  <a:pt x="7480790" y="2933700"/>
                </a:lnTo>
                <a:lnTo>
                  <a:pt x="7492283" y="2882900"/>
                </a:lnTo>
                <a:lnTo>
                  <a:pt x="7502910" y="2844800"/>
                </a:lnTo>
                <a:lnTo>
                  <a:pt x="7512662" y="2794000"/>
                </a:lnTo>
                <a:lnTo>
                  <a:pt x="7521530" y="2743200"/>
                </a:lnTo>
                <a:lnTo>
                  <a:pt x="7529505" y="2705100"/>
                </a:lnTo>
                <a:lnTo>
                  <a:pt x="7536576" y="2654300"/>
                </a:lnTo>
                <a:lnTo>
                  <a:pt x="7542735" y="2603500"/>
                </a:lnTo>
                <a:lnTo>
                  <a:pt x="7547972" y="2565400"/>
                </a:lnTo>
                <a:lnTo>
                  <a:pt x="7552278" y="2514600"/>
                </a:lnTo>
                <a:lnTo>
                  <a:pt x="7555643" y="2463800"/>
                </a:lnTo>
                <a:lnTo>
                  <a:pt x="7558059" y="2425700"/>
                </a:lnTo>
                <a:lnTo>
                  <a:pt x="7559515" y="2374900"/>
                </a:lnTo>
                <a:lnTo>
                  <a:pt x="7560002" y="2324100"/>
                </a:lnTo>
                <a:lnTo>
                  <a:pt x="7559515" y="2273300"/>
                </a:lnTo>
                <a:lnTo>
                  <a:pt x="7558059" y="2222500"/>
                </a:lnTo>
                <a:lnTo>
                  <a:pt x="7555643" y="2184400"/>
                </a:lnTo>
                <a:lnTo>
                  <a:pt x="7552278" y="2133600"/>
                </a:lnTo>
                <a:lnTo>
                  <a:pt x="7547972" y="2082800"/>
                </a:lnTo>
                <a:lnTo>
                  <a:pt x="7542735" y="2044700"/>
                </a:lnTo>
                <a:lnTo>
                  <a:pt x="7536576" y="1993900"/>
                </a:lnTo>
                <a:lnTo>
                  <a:pt x="7529505" y="1943100"/>
                </a:lnTo>
                <a:lnTo>
                  <a:pt x="7521530" y="1905000"/>
                </a:lnTo>
                <a:lnTo>
                  <a:pt x="7512662" y="1854200"/>
                </a:lnTo>
                <a:lnTo>
                  <a:pt x="7502910" y="1803400"/>
                </a:lnTo>
                <a:lnTo>
                  <a:pt x="7492283" y="1765300"/>
                </a:lnTo>
                <a:lnTo>
                  <a:pt x="7480790" y="1714500"/>
                </a:lnTo>
                <a:lnTo>
                  <a:pt x="7468441" y="1676400"/>
                </a:lnTo>
                <a:lnTo>
                  <a:pt x="7455245" y="1625600"/>
                </a:lnTo>
                <a:lnTo>
                  <a:pt x="7441211" y="1587500"/>
                </a:lnTo>
                <a:lnTo>
                  <a:pt x="7426350" y="1549400"/>
                </a:lnTo>
                <a:lnTo>
                  <a:pt x="7410669" y="1498600"/>
                </a:lnTo>
                <a:lnTo>
                  <a:pt x="7394180" y="1460500"/>
                </a:lnTo>
                <a:lnTo>
                  <a:pt x="7376890" y="1422400"/>
                </a:lnTo>
                <a:lnTo>
                  <a:pt x="7358810" y="1371600"/>
                </a:lnTo>
                <a:lnTo>
                  <a:pt x="7339948" y="1333500"/>
                </a:lnTo>
                <a:lnTo>
                  <a:pt x="7320315" y="1295400"/>
                </a:lnTo>
                <a:lnTo>
                  <a:pt x="7299919" y="1257300"/>
                </a:lnTo>
                <a:lnTo>
                  <a:pt x="7278770" y="1219200"/>
                </a:lnTo>
                <a:lnTo>
                  <a:pt x="7256877" y="1168400"/>
                </a:lnTo>
                <a:lnTo>
                  <a:pt x="7234250" y="1130300"/>
                </a:lnTo>
                <a:lnTo>
                  <a:pt x="7210897" y="1092200"/>
                </a:lnTo>
                <a:lnTo>
                  <a:pt x="7186829" y="1054100"/>
                </a:lnTo>
                <a:lnTo>
                  <a:pt x="7162055" y="1016000"/>
                </a:lnTo>
                <a:lnTo>
                  <a:pt x="7136584" y="990600"/>
                </a:lnTo>
                <a:lnTo>
                  <a:pt x="7110425" y="952500"/>
                </a:lnTo>
                <a:lnTo>
                  <a:pt x="7083588" y="914400"/>
                </a:lnTo>
                <a:lnTo>
                  <a:pt x="7056083" y="876300"/>
                </a:lnTo>
                <a:lnTo>
                  <a:pt x="7027917" y="838200"/>
                </a:lnTo>
                <a:lnTo>
                  <a:pt x="6999102" y="812800"/>
                </a:lnTo>
                <a:lnTo>
                  <a:pt x="6969646" y="774700"/>
                </a:lnTo>
                <a:lnTo>
                  <a:pt x="6939559" y="736600"/>
                </a:lnTo>
                <a:lnTo>
                  <a:pt x="6908850" y="711200"/>
                </a:lnTo>
                <a:lnTo>
                  <a:pt x="6877528" y="673100"/>
                </a:lnTo>
                <a:lnTo>
                  <a:pt x="6845603" y="647700"/>
                </a:lnTo>
                <a:lnTo>
                  <a:pt x="6813084" y="609600"/>
                </a:lnTo>
                <a:lnTo>
                  <a:pt x="6779980" y="584200"/>
                </a:lnTo>
                <a:lnTo>
                  <a:pt x="6746302" y="558800"/>
                </a:lnTo>
                <a:lnTo>
                  <a:pt x="6712058" y="520700"/>
                </a:lnTo>
                <a:lnTo>
                  <a:pt x="6677257" y="495300"/>
                </a:lnTo>
                <a:lnTo>
                  <a:pt x="6641909" y="469900"/>
                </a:lnTo>
                <a:lnTo>
                  <a:pt x="6606024" y="444500"/>
                </a:lnTo>
                <a:lnTo>
                  <a:pt x="6532678" y="393700"/>
                </a:lnTo>
                <a:lnTo>
                  <a:pt x="6457294" y="342900"/>
                </a:lnTo>
                <a:lnTo>
                  <a:pt x="6379947" y="292100"/>
                </a:lnTo>
                <a:lnTo>
                  <a:pt x="6340560" y="279400"/>
                </a:lnTo>
                <a:lnTo>
                  <a:pt x="6260409" y="228600"/>
                </a:lnTo>
                <a:lnTo>
                  <a:pt x="6219663" y="215900"/>
                </a:lnTo>
                <a:lnTo>
                  <a:pt x="6178482" y="190500"/>
                </a:lnTo>
                <a:lnTo>
                  <a:pt x="6094854" y="165100"/>
                </a:lnTo>
                <a:lnTo>
                  <a:pt x="6052426" y="139700"/>
                </a:lnTo>
                <a:lnTo>
                  <a:pt x="5699492" y="38100"/>
                </a:lnTo>
                <a:close/>
              </a:path>
              <a:path w="7560309" h="4648200">
                <a:moveTo>
                  <a:pt x="5561569" y="12700"/>
                </a:moveTo>
                <a:lnTo>
                  <a:pt x="1631909" y="12700"/>
                </a:lnTo>
                <a:lnTo>
                  <a:pt x="1539651" y="38100"/>
                </a:lnTo>
                <a:lnTo>
                  <a:pt x="5653827" y="38100"/>
                </a:lnTo>
                <a:lnTo>
                  <a:pt x="5561569" y="12700"/>
                </a:lnTo>
                <a:close/>
              </a:path>
              <a:path w="7560309" h="4648200">
                <a:moveTo>
                  <a:pt x="5420999" y="0"/>
                </a:moveTo>
                <a:lnTo>
                  <a:pt x="1772478" y="0"/>
                </a:lnTo>
                <a:lnTo>
                  <a:pt x="1725343" y="12700"/>
                </a:lnTo>
                <a:lnTo>
                  <a:pt x="5468134" y="12700"/>
                </a:lnTo>
                <a:lnTo>
                  <a:pt x="5420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3067" y="215267"/>
            <a:ext cx="2408554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vanessagarcia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5865" y="220981"/>
            <a:ext cx="1537970" cy="939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631190" algn="just">
              <a:lnSpc>
                <a:spcPct val="100000"/>
              </a:lnSpc>
              <a:spcBef>
                <a:spcPts val="700"/>
              </a:spcBef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+336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74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11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36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35</a:t>
            </a:r>
            <a:endParaRPr sz="1000">
              <a:latin typeface="Raleway-ExtraLight"/>
              <a:cs typeface="Raleway-ExtraLight"/>
            </a:endParaRPr>
          </a:p>
          <a:p>
            <a:pPr marL="334645" marR="5080" indent="-322580" algn="just">
              <a:lnSpc>
                <a:spcPct val="150000"/>
              </a:lnSpc>
            </a:pP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  <a:hlinkClick r:id="rId2"/>
              </a:rPr>
              <a:t>v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  <a:hlinkClick r:id="rId2"/>
              </a:rPr>
              <a:t>anessaga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  <a:hlinkClick r:id="rId2"/>
              </a:rPr>
              <a:t>r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  <a:hlinkClick r:id="rId2"/>
              </a:rPr>
              <a:t>cia@gmail.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  <a:hlinkClick r:id="rId2"/>
              </a:rPr>
              <a:t>c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  <a:hlinkClick r:id="rId2"/>
              </a:rPr>
              <a:t>om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Bacquepuis,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France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Nationalité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Française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675" y="320041"/>
            <a:ext cx="356235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-20" dirty="0">
                <a:solidFill>
                  <a:srgbClr val="FFFFFF"/>
                </a:solidFill>
                <a:latin typeface="Bebas Neue Regular"/>
                <a:cs typeface="Bebas Neue Regular"/>
              </a:rPr>
              <a:t>VANESSA</a:t>
            </a:r>
            <a:r>
              <a:rPr sz="5500" spc="-75" dirty="0">
                <a:solidFill>
                  <a:srgbClr val="FFFFFF"/>
                </a:solidFill>
                <a:latin typeface="Bebas Neue Regular"/>
                <a:cs typeface="Bebas Neue Regular"/>
              </a:rPr>
              <a:t> </a:t>
            </a:r>
            <a:r>
              <a:rPr sz="5500" spc="-5" dirty="0">
                <a:solidFill>
                  <a:srgbClr val="FFFFFF"/>
                </a:solidFill>
                <a:latin typeface="Bebas Neue Regular"/>
                <a:cs typeface="Bebas Neue Regular"/>
              </a:rPr>
              <a:t>GARCIA</a:t>
            </a:r>
            <a:endParaRPr sz="5500">
              <a:latin typeface="Bebas Neue Regular"/>
              <a:cs typeface="Bebas Neue Regular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30300" y="215267"/>
            <a:ext cx="356234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Oswald Medium" panose="02000603000000000000" pitchFamily="2" charset="77"/>
              </a:rPr>
              <a:t>CHEF DE PROJET MARKETING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72553" y="4744007"/>
            <a:ext cx="32207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A4C24A"/>
                </a:solidFill>
                <a:latin typeface="Arial"/>
                <a:cs typeface="Arial"/>
              </a:rPr>
              <a:t>EXPÉRIENCES PROFESSIONNELLES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2553" y="7883084"/>
            <a:ext cx="148649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A4C24A"/>
                </a:solidFill>
                <a:latin typeface="Arial"/>
                <a:cs typeface="Arial"/>
              </a:rPr>
              <a:t>LANGUES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075" y="1674500"/>
            <a:ext cx="2295525" cy="213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400" spc="-210" dirty="0">
                <a:solidFill>
                  <a:srgbClr val="A4C24A"/>
                </a:solidFill>
                <a:latin typeface="Arial"/>
                <a:cs typeface="Arial"/>
              </a:rPr>
              <a:t>FORMATIONS</a:t>
            </a:r>
            <a:endParaRPr sz="14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735"/>
              </a:spcBef>
            </a:pPr>
            <a:r>
              <a:rPr sz="1000" b="1" dirty="0">
                <a:solidFill>
                  <a:srgbClr val="FFFFFF"/>
                </a:solidFill>
                <a:latin typeface="Raleway-SemiBold"/>
                <a:cs typeface="Raleway-SemiBold"/>
              </a:rPr>
              <a:t>XXXX</a:t>
            </a:r>
            <a:r>
              <a:rPr sz="1000" b="1" spc="-30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Raleway-SemiBold"/>
                <a:cs typeface="Raleway-SemiBold"/>
              </a:rPr>
              <a:t>BUSINESS</a:t>
            </a:r>
            <a:r>
              <a:rPr sz="1000" b="1" spc="-10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FFFFFF"/>
                </a:solidFill>
                <a:latin typeface="Raleway-SemiBold"/>
                <a:cs typeface="Raleway-SemiBold"/>
              </a:rPr>
              <a:t>SCHOOL</a:t>
            </a:r>
            <a:r>
              <a:rPr sz="1000" b="1" spc="-40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Raleway-SemiBold"/>
                <a:cs typeface="Raleway-SemiBold"/>
              </a:rPr>
              <a:t>(2016-2019)</a:t>
            </a:r>
            <a:endParaRPr sz="1000">
              <a:latin typeface="Raleway-SemiBold"/>
              <a:cs typeface="Raleway-SemiBold"/>
            </a:endParaRPr>
          </a:p>
          <a:p>
            <a:pPr marL="28575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MsC</a:t>
            </a:r>
            <a:r>
              <a:rPr sz="1000" spc="-1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International</a:t>
            </a:r>
            <a:r>
              <a:rPr sz="1000" spc="-4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Marketing</a:t>
            </a:r>
            <a:endParaRPr sz="1000">
              <a:latin typeface="Raleway-ExtraLight"/>
              <a:cs typeface="Raleway-ExtraLight"/>
            </a:endParaRPr>
          </a:p>
          <a:p>
            <a:pPr marL="28575">
              <a:lnSpc>
                <a:spcPct val="100000"/>
              </a:lnSpc>
            </a:pPr>
            <a:r>
              <a:rPr sz="1000" b="1" dirty="0">
                <a:solidFill>
                  <a:srgbClr val="FFFFFF"/>
                </a:solidFill>
                <a:latin typeface="Raleway-SemiBold"/>
                <a:cs typeface="Raleway-SemiBold"/>
              </a:rPr>
              <a:t>Campus</a:t>
            </a:r>
            <a:r>
              <a:rPr sz="1000" b="1" spc="-15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FFFFFF"/>
                </a:solidFill>
                <a:latin typeface="Raleway-SemiBold"/>
                <a:cs typeface="Raleway-SemiBold"/>
              </a:rPr>
              <a:t>de</a:t>
            </a:r>
            <a:r>
              <a:rPr sz="1000" b="1" spc="-15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Raleway-SemiBold"/>
                <a:cs typeface="Raleway-SemiBold"/>
              </a:rPr>
              <a:t>Paris</a:t>
            </a:r>
            <a:endParaRPr sz="1000">
              <a:latin typeface="Raleway-SemiBold"/>
              <a:cs typeface="Raleway-SemiBol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Raleway-SemiBold"/>
              <a:cs typeface="Raleway-SemiBold"/>
            </a:endParaRPr>
          </a:p>
          <a:p>
            <a:pPr marL="28575">
              <a:lnSpc>
                <a:spcPct val="100000"/>
              </a:lnSpc>
            </a:pPr>
            <a:r>
              <a:rPr sz="1000" b="1" dirty="0">
                <a:solidFill>
                  <a:srgbClr val="FFFFFF"/>
                </a:solidFill>
                <a:latin typeface="Raleway-SemiBold"/>
                <a:cs typeface="Raleway-SemiBold"/>
              </a:rPr>
              <a:t>XXXX</a:t>
            </a:r>
            <a:r>
              <a:rPr sz="1000" b="1" spc="-30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Raleway-SemiBold"/>
                <a:cs typeface="Raleway-SemiBold"/>
              </a:rPr>
              <a:t>BUSINESS</a:t>
            </a:r>
            <a:r>
              <a:rPr sz="1000" b="1" spc="-10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FFFFFF"/>
                </a:solidFill>
                <a:latin typeface="Raleway-SemiBold"/>
                <a:cs typeface="Raleway-SemiBold"/>
              </a:rPr>
              <a:t>SCHOOL</a:t>
            </a:r>
            <a:r>
              <a:rPr sz="1000" b="1" spc="-40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Raleway-SemiBold"/>
                <a:cs typeface="Raleway-SemiBold"/>
              </a:rPr>
              <a:t>(2016-2019)</a:t>
            </a:r>
            <a:endParaRPr sz="1000">
              <a:latin typeface="Raleway-SemiBold"/>
              <a:cs typeface="Raleway-SemiBold"/>
            </a:endParaRPr>
          </a:p>
          <a:p>
            <a:pPr marL="28575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Master</a:t>
            </a:r>
            <a:r>
              <a:rPr sz="1000" spc="-3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1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Management international</a:t>
            </a:r>
            <a:endParaRPr sz="1000">
              <a:latin typeface="Raleway-ExtraLight"/>
              <a:cs typeface="Raleway-ExtraLight"/>
            </a:endParaRPr>
          </a:p>
          <a:p>
            <a:pPr marL="28575">
              <a:lnSpc>
                <a:spcPct val="100000"/>
              </a:lnSpc>
            </a:pPr>
            <a:r>
              <a:rPr sz="1000" b="1" dirty="0">
                <a:solidFill>
                  <a:srgbClr val="FFFFFF"/>
                </a:solidFill>
                <a:latin typeface="Raleway-SemiBold"/>
                <a:cs typeface="Raleway-SemiBold"/>
              </a:rPr>
              <a:t>Campus</a:t>
            </a:r>
            <a:r>
              <a:rPr sz="1000" b="1" spc="-15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FFFFFF"/>
                </a:solidFill>
                <a:latin typeface="Raleway-SemiBold"/>
                <a:cs typeface="Raleway-SemiBold"/>
              </a:rPr>
              <a:t>de</a:t>
            </a:r>
            <a:r>
              <a:rPr sz="1000" b="1" spc="-15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Raleway-SemiBold"/>
                <a:cs typeface="Raleway-SemiBold"/>
              </a:rPr>
              <a:t>Paris</a:t>
            </a:r>
            <a:endParaRPr sz="1000">
              <a:latin typeface="Raleway-SemiBold"/>
              <a:cs typeface="Raleway-SemiBold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Raleway-SemiBold"/>
              <a:cs typeface="Raleway-SemiBold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FFFFFF"/>
                </a:solidFill>
                <a:latin typeface="Raleway-SemiBold"/>
                <a:cs typeface="Raleway-SemiBold"/>
              </a:rPr>
              <a:t>CLASSES</a:t>
            </a:r>
            <a:r>
              <a:rPr sz="1000" b="1" spc="-15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Raleway-SemiBold"/>
                <a:cs typeface="Raleway-SemiBold"/>
              </a:rPr>
              <a:t>PRÉPA</a:t>
            </a:r>
            <a:r>
              <a:rPr sz="1000" b="1" spc="-45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Raleway-SemiBold"/>
                <a:cs typeface="Raleway-SemiBold"/>
              </a:rPr>
              <a:t>(2014-2016)</a:t>
            </a:r>
            <a:endParaRPr sz="1000">
              <a:latin typeface="Raleway-SemiBold"/>
              <a:cs typeface="Raleway-SemiBold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Master</a:t>
            </a:r>
            <a:r>
              <a:rPr sz="1000" spc="-30" dirty="0">
                <a:solidFill>
                  <a:srgbClr val="FFFFFF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1 </a:t>
            </a:r>
            <a:r>
              <a:rPr sz="1000" spc="-5" dirty="0">
                <a:solidFill>
                  <a:srgbClr val="FFFFFF"/>
                </a:solidFill>
                <a:latin typeface="Raleway-ExtraLight"/>
                <a:cs typeface="Raleway-ExtraLight"/>
              </a:rPr>
              <a:t>Management international</a:t>
            </a:r>
            <a:endParaRPr sz="1000">
              <a:latin typeface="Raleway-ExtraLight"/>
              <a:cs typeface="Raleway-ExtraLight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solidFill>
                  <a:srgbClr val="FFFFFF"/>
                </a:solidFill>
                <a:latin typeface="Raleway-SemiBold"/>
                <a:cs typeface="Raleway-SemiBold"/>
              </a:rPr>
              <a:t>Dijon,</a:t>
            </a:r>
            <a:r>
              <a:rPr sz="1000" b="1" spc="-20" dirty="0">
                <a:solidFill>
                  <a:srgbClr val="FFFFFF"/>
                </a:solidFill>
                <a:latin typeface="Raleway-SemiBold"/>
                <a:cs typeface="Raleway-SemiBold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Raleway-SemiBold"/>
                <a:cs typeface="Raleway-SemiBold"/>
              </a:rPr>
              <a:t>ECS</a:t>
            </a:r>
            <a:endParaRPr sz="1000">
              <a:latin typeface="Raleway-SemiBold"/>
              <a:cs typeface="Raleway-Semi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2553" y="5359879"/>
            <a:ext cx="32207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–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Responsable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toute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la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communication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interne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(1000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2553" y="5512279"/>
            <a:ext cx="483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salariés)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2553" y="5664679"/>
            <a:ext cx="21037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–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Rédiger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et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envoyer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les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newsletters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2553" y="5817079"/>
            <a:ext cx="3023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–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Créer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site intranet et rédiger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articles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à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publier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2553" y="5969479"/>
            <a:ext cx="29749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990">
              <a:lnSpc>
                <a:spcPct val="100000"/>
              </a:lnSpc>
              <a:spcBef>
                <a:spcPts val="100"/>
              </a:spcBef>
              <a:buChar char="–"/>
              <a:tabLst>
                <a:tab pos="115570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Réaliser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supports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communication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(mailing,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affiche,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bannière,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flyers)</a:t>
            </a:r>
            <a:endParaRPr sz="1000">
              <a:latin typeface="Raleway-ExtraLight"/>
              <a:cs typeface="Raleway-ExtraLight"/>
            </a:endParaRPr>
          </a:p>
          <a:p>
            <a:pPr marL="114935" indent="-102870">
              <a:lnSpc>
                <a:spcPct val="100000"/>
              </a:lnSpc>
              <a:buChar char="–"/>
              <a:tabLst>
                <a:tab pos="115570" algn="l"/>
              </a:tabLst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Gérer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RP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et organiser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événements internes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8391" y="8135696"/>
            <a:ext cx="22288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Anglais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: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bon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niveau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(TOEIC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: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900/990)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8391" y="8364296"/>
            <a:ext cx="18256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Espagnol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: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niveau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professionnel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2553" y="5079267"/>
            <a:ext cx="32042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IBM</a:t>
            </a:r>
            <a:r>
              <a:rPr sz="10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–</a:t>
            </a:r>
            <a:r>
              <a:rPr sz="1000" b="1" spc="-4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spc="-15" dirty="0">
                <a:solidFill>
                  <a:srgbClr val="231F20"/>
                </a:solidFill>
                <a:latin typeface="Raleway-SemiBold"/>
                <a:cs typeface="Raleway-SemiBold"/>
              </a:rPr>
              <a:t>ALTERNANCE</a:t>
            </a:r>
            <a:r>
              <a:rPr sz="1000" b="1" spc="1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CHARGÉE</a:t>
            </a:r>
            <a:r>
              <a:rPr sz="10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DE</a:t>
            </a:r>
            <a:r>
              <a:rPr sz="10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COMMUNICATION</a:t>
            </a:r>
            <a:endParaRPr sz="1000">
              <a:latin typeface="Raleway-SemiBold"/>
              <a:cs typeface="Raleway-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2553" y="5231667"/>
            <a:ext cx="16960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&amp;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MARKETING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/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1</a:t>
            </a:r>
            <a:r>
              <a:rPr sz="1000" b="1" spc="-5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AN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(2016)</a:t>
            </a:r>
            <a:endParaRPr sz="1000">
              <a:latin typeface="Raleway-SemiBold"/>
              <a:cs typeface="Raleway-SemiBol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8986" y="6630865"/>
            <a:ext cx="3235325" cy="864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PIERRE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MILLERET</a:t>
            </a:r>
            <a:r>
              <a:rPr sz="1000" b="1" spc="-4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–</a:t>
            </a:r>
            <a:r>
              <a:rPr sz="1000" b="1" spc="-50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AGROALIMENTAIRE</a:t>
            </a:r>
            <a:r>
              <a:rPr sz="1000" b="1" spc="-1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CHARGÉE</a:t>
            </a:r>
            <a:r>
              <a:rPr sz="1000" b="1" spc="-1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DE </a:t>
            </a:r>
            <a:r>
              <a:rPr sz="1000" b="1" spc="-23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spc="-10" dirty="0">
                <a:solidFill>
                  <a:srgbClr val="231F20"/>
                </a:solidFill>
                <a:latin typeface="Raleway-SemiBold"/>
                <a:cs typeface="Raleway-SemiBold"/>
              </a:rPr>
              <a:t>COMMUNICATION</a:t>
            </a:r>
            <a:r>
              <a:rPr sz="1000" b="1" spc="-5" dirty="0">
                <a:solidFill>
                  <a:srgbClr val="231F20"/>
                </a:solidFill>
                <a:latin typeface="Raleway-SemiBold"/>
                <a:cs typeface="Raleway-SemiBold"/>
              </a:rPr>
              <a:t> </a:t>
            </a:r>
            <a:r>
              <a:rPr sz="1000" b="1" spc="-20" dirty="0">
                <a:solidFill>
                  <a:srgbClr val="231F20"/>
                </a:solidFill>
                <a:latin typeface="Raleway-SemiBold"/>
                <a:cs typeface="Raleway-SemiBold"/>
              </a:rPr>
              <a:t>(STAGE)</a:t>
            </a:r>
            <a:r>
              <a:rPr sz="1000" b="1" dirty="0">
                <a:solidFill>
                  <a:srgbClr val="231F20"/>
                </a:solidFill>
                <a:latin typeface="Raleway-SemiBold"/>
                <a:cs typeface="Raleway-SemiBold"/>
              </a:rPr>
              <a:t> / 4 MOIS</a:t>
            </a:r>
            <a:endParaRPr sz="1000">
              <a:latin typeface="Raleway-SemiBold"/>
              <a:cs typeface="Raleway-SemiBold"/>
            </a:endParaRPr>
          </a:p>
          <a:p>
            <a:pPr marL="114935" indent="-102870">
              <a:lnSpc>
                <a:spcPct val="100000"/>
              </a:lnSpc>
              <a:spcBef>
                <a:spcPts val="610"/>
              </a:spcBef>
              <a:buChar char="–"/>
              <a:tabLst>
                <a:tab pos="115570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Rédiger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les supports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marketing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(7000€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budget)</a:t>
            </a:r>
            <a:endParaRPr sz="1000">
              <a:latin typeface="Raleway-ExtraLight"/>
              <a:cs typeface="Raleway-ExtraLight"/>
            </a:endParaRPr>
          </a:p>
          <a:p>
            <a:pPr marL="114935" indent="-102870">
              <a:lnSpc>
                <a:spcPct val="100000"/>
              </a:lnSpc>
              <a:buChar char="–"/>
              <a:tabLst>
                <a:tab pos="115570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Concevoir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et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créer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le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site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internet marchand</a:t>
            </a:r>
            <a:endParaRPr sz="1000">
              <a:latin typeface="Raleway-ExtraLight"/>
              <a:cs typeface="Raleway-ExtraLight"/>
            </a:endParaRPr>
          </a:p>
          <a:p>
            <a:pPr marL="114935" indent="-102870">
              <a:lnSpc>
                <a:spcPct val="100000"/>
              </a:lnSpc>
              <a:buChar char="–"/>
              <a:tabLst>
                <a:tab pos="115570" algn="l"/>
              </a:tabLst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RP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4170" y="9187896"/>
            <a:ext cx="828040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A4C24A"/>
                </a:solidFill>
                <a:latin typeface="Arial"/>
                <a:cs typeface="Arial"/>
              </a:rPr>
              <a:t>INTERETS</a:t>
            </a:r>
            <a:endParaRPr sz="1200">
              <a:latin typeface="Arial"/>
              <a:cs typeface="Arial"/>
            </a:endParaRPr>
          </a:p>
          <a:p>
            <a:pPr marL="15875" marR="5080">
              <a:lnSpc>
                <a:spcPct val="116700"/>
              </a:lnSpc>
              <a:spcBef>
                <a:spcPts val="605"/>
              </a:spcBef>
            </a:pP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Volley  Course à pied  Musculation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10152" y="6450399"/>
            <a:ext cx="1841500" cy="2344487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dirty="0">
                <a:solidFill>
                  <a:srgbClr val="A4C24A"/>
                </a:solidFill>
                <a:latin typeface="Arial"/>
                <a:cs typeface="Arial"/>
              </a:rPr>
              <a:t>EXPERTISE</a:t>
            </a:r>
            <a:endParaRPr sz="1400" dirty="0">
              <a:latin typeface="Arial"/>
              <a:cs typeface="Arial"/>
            </a:endParaRPr>
          </a:p>
          <a:p>
            <a:pPr marL="12700" marR="626745">
              <a:lnSpc>
                <a:spcPct val="116700"/>
              </a:lnSpc>
              <a:spcBef>
                <a:spcPts val="35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Conduite de projet  Manager une équipe  Gérer un budget  Organiser</a:t>
            </a:r>
            <a:endParaRPr sz="1000" dirty="0">
              <a:latin typeface="Raleway-ExtraLight"/>
              <a:cs typeface="Raleway-ExtraLight"/>
            </a:endParaRPr>
          </a:p>
          <a:p>
            <a:pPr marL="12700" marR="802005">
              <a:lnSpc>
                <a:spcPct val="116700"/>
              </a:lnSpc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Planifier  Coordonner  Étude de marché  Démarche qualité</a:t>
            </a:r>
            <a:endParaRPr sz="1000" dirty="0">
              <a:latin typeface="Raleway-ExtraLight"/>
              <a:cs typeface="Raleway-ExtraLight"/>
            </a:endParaRPr>
          </a:p>
          <a:p>
            <a:pPr marL="12700" marR="5080">
              <a:lnSpc>
                <a:spcPct val="116700"/>
              </a:lnSpc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Exploiter les bases de données  Déterminer les cibles marketing</a:t>
            </a:r>
            <a:endParaRPr sz="1000" dirty="0">
              <a:latin typeface="Raleway-ExtraLight"/>
              <a:cs typeface="Raleway-Extra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06631" y="4658800"/>
            <a:ext cx="1894205" cy="1707514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45"/>
              </a:spcBef>
            </a:pPr>
            <a:r>
              <a:rPr sz="1400" dirty="0">
                <a:solidFill>
                  <a:srgbClr val="A4C24A"/>
                </a:solidFill>
                <a:latin typeface="Arial"/>
                <a:cs typeface="Arial"/>
              </a:rPr>
              <a:t>PROFIL &amp; OBJECTIFS</a:t>
            </a:r>
            <a:endParaRPr sz="1400" dirty="0">
              <a:latin typeface="Arial"/>
              <a:cs typeface="Arial"/>
            </a:endParaRPr>
          </a:p>
          <a:p>
            <a:pPr marL="12700" marR="280035" algn="just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Je suis à la recherche d’un  poste dans le secteur de la  communication. Je souhaite</a:t>
            </a:r>
            <a:endParaRPr sz="1000" dirty="0">
              <a:latin typeface="Raleway-ExtraLight"/>
              <a:cs typeface="Raleway-ExtraLight"/>
            </a:endParaRPr>
          </a:p>
          <a:p>
            <a:pPr marL="12700" marR="5080"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travailler dans un environnement  créatif, au sein d’une équipe  dynamique et motivée, dont  l’objectif est de faire grandir  l’entreprise ainsi que chacun  d’entre nous.</a:t>
            </a:r>
            <a:endParaRPr sz="1000" dirty="0">
              <a:latin typeface="Raleway-ExtraLight"/>
              <a:cs typeface="Raleway-ExtraLigh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216120" y="4663252"/>
            <a:ext cx="2618105" cy="5278120"/>
            <a:chOff x="2216120" y="4663252"/>
            <a:chExt cx="2618105" cy="5278120"/>
          </a:xfrm>
        </p:grpSpPr>
        <p:sp>
          <p:nvSpPr>
            <p:cNvPr id="22" name="object 22"/>
            <p:cNvSpPr/>
            <p:nvPr/>
          </p:nvSpPr>
          <p:spPr>
            <a:xfrm>
              <a:off x="3267680" y="9909598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>
                  <a:moveTo>
                    <a:pt x="0" y="0"/>
                  </a:moveTo>
                  <a:lnTo>
                    <a:pt x="122885" y="0"/>
                  </a:lnTo>
                </a:path>
              </a:pathLst>
            </a:custGeom>
            <a:ln w="63500">
              <a:solidFill>
                <a:srgbClr val="AEC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71033" y="9545547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ln w="39065">
              <a:solidFill>
                <a:srgbClr val="AEC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33060" y="9743447"/>
              <a:ext cx="257810" cy="0"/>
            </a:xfrm>
            <a:custGeom>
              <a:avLst/>
              <a:gdLst/>
              <a:ahLst/>
              <a:cxnLst/>
              <a:rect l="l" t="t" r="r" b="b"/>
              <a:pathLst>
                <a:path w="257810">
                  <a:moveTo>
                    <a:pt x="0" y="0"/>
                  </a:moveTo>
                  <a:lnTo>
                    <a:pt x="257505" y="0"/>
                  </a:lnTo>
                </a:path>
              </a:pathLst>
            </a:custGeom>
            <a:ln w="63500">
              <a:solidFill>
                <a:srgbClr val="AEC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16120" y="9909598"/>
              <a:ext cx="1051560" cy="0"/>
            </a:xfrm>
            <a:custGeom>
              <a:avLst/>
              <a:gdLst/>
              <a:ahLst/>
              <a:cxnLst/>
              <a:rect l="l" t="t" r="r" b="b"/>
              <a:pathLst>
                <a:path w="1051560">
                  <a:moveTo>
                    <a:pt x="0" y="0"/>
                  </a:moveTo>
                  <a:lnTo>
                    <a:pt x="1051560" y="0"/>
                  </a:lnTo>
                </a:path>
              </a:pathLst>
            </a:custGeom>
            <a:ln w="63500">
              <a:solidFill>
                <a:srgbClr val="AEC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16120" y="9577297"/>
              <a:ext cx="1135380" cy="0"/>
            </a:xfrm>
            <a:custGeom>
              <a:avLst/>
              <a:gdLst/>
              <a:ahLst/>
              <a:cxnLst/>
              <a:rect l="l" t="t" r="r" b="b"/>
              <a:pathLst>
                <a:path w="1135379">
                  <a:moveTo>
                    <a:pt x="0" y="0"/>
                  </a:moveTo>
                  <a:lnTo>
                    <a:pt x="1135380" y="0"/>
                  </a:lnTo>
                </a:path>
              </a:pathLst>
            </a:custGeom>
            <a:ln w="63500">
              <a:solidFill>
                <a:srgbClr val="AEC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16120" y="9743447"/>
              <a:ext cx="916940" cy="0"/>
            </a:xfrm>
            <a:custGeom>
              <a:avLst/>
              <a:gdLst/>
              <a:ahLst/>
              <a:cxnLst/>
              <a:rect l="l" t="t" r="r" b="b"/>
              <a:pathLst>
                <a:path w="916939">
                  <a:moveTo>
                    <a:pt x="0" y="0"/>
                  </a:moveTo>
                  <a:lnTo>
                    <a:pt x="916940" y="0"/>
                  </a:lnTo>
                </a:path>
              </a:pathLst>
            </a:custGeom>
            <a:ln w="63500">
              <a:solidFill>
                <a:srgbClr val="AEC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27269" y="4663252"/>
              <a:ext cx="0" cy="4057650"/>
            </a:xfrm>
            <a:custGeom>
              <a:avLst/>
              <a:gdLst/>
              <a:ahLst/>
              <a:cxnLst/>
              <a:rect l="l" t="t" r="r" b="b"/>
              <a:pathLst>
                <a:path h="4057650">
                  <a:moveTo>
                    <a:pt x="0" y="0"/>
                  </a:moveTo>
                  <a:lnTo>
                    <a:pt x="0" y="4057408"/>
                  </a:lnTo>
                </a:path>
              </a:pathLst>
            </a:custGeom>
            <a:ln w="12700">
              <a:solidFill>
                <a:srgbClr val="3539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3570451" y="1522034"/>
            <a:ext cx="2466340" cy="2485390"/>
            <a:chOff x="3570451" y="1522034"/>
            <a:chExt cx="2466340" cy="248539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4901" y="1566481"/>
              <a:ext cx="2376958" cy="239593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614901" y="1566484"/>
              <a:ext cx="2377440" cy="2396490"/>
            </a:xfrm>
            <a:custGeom>
              <a:avLst/>
              <a:gdLst/>
              <a:ahLst/>
              <a:cxnLst/>
              <a:rect l="l" t="t" r="r" b="b"/>
              <a:pathLst>
                <a:path w="2377440" h="2396490">
                  <a:moveTo>
                    <a:pt x="1188478" y="2395918"/>
                  </a:moveTo>
                  <a:lnTo>
                    <a:pt x="1236278" y="2394967"/>
                  </a:lnTo>
                  <a:lnTo>
                    <a:pt x="1283598" y="2392137"/>
                  </a:lnTo>
                  <a:lnTo>
                    <a:pt x="1330405" y="2387464"/>
                  </a:lnTo>
                  <a:lnTo>
                    <a:pt x="1376661" y="2380985"/>
                  </a:lnTo>
                  <a:lnTo>
                    <a:pt x="1422331" y="2372734"/>
                  </a:lnTo>
                  <a:lnTo>
                    <a:pt x="1467380" y="2362747"/>
                  </a:lnTo>
                  <a:lnTo>
                    <a:pt x="1511773" y="2351061"/>
                  </a:lnTo>
                  <a:lnTo>
                    <a:pt x="1555474" y="2337712"/>
                  </a:lnTo>
                  <a:lnTo>
                    <a:pt x="1598447" y="2322734"/>
                  </a:lnTo>
                  <a:lnTo>
                    <a:pt x="1640657" y="2306163"/>
                  </a:lnTo>
                  <a:lnTo>
                    <a:pt x="1682068" y="2288036"/>
                  </a:lnTo>
                  <a:lnTo>
                    <a:pt x="1722645" y="2268389"/>
                  </a:lnTo>
                  <a:lnTo>
                    <a:pt x="1762353" y="2247256"/>
                  </a:lnTo>
                  <a:lnTo>
                    <a:pt x="1801156" y="2224675"/>
                  </a:lnTo>
                  <a:lnTo>
                    <a:pt x="1839017" y="2200680"/>
                  </a:lnTo>
                  <a:lnTo>
                    <a:pt x="1875903" y="2175307"/>
                  </a:lnTo>
                  <a:lnTo>
                    <a:pt x="1911777" y="2148593"/>
                  </a:lnTo>
                  <a:lnTo>
                    <a:pt x="1946604" y="2120572"/>
                  </a:lnTo>
                  <a:lnTo>
                    <a:pt x="1980349" y="2091282"/>
                  </a:lnTo>
                  <a:lnTo>
                    <a:pt x="2012975" y="2060757"/>
                  </a:lnTo>
                  <a:lnTo>
                    <a:pt x="2044448" y="2029033"/>
                  </a:lnTo>
                  <a:lnTo>
                    <a:pt x="2074731" y="1996146"/>
                  </a:lnTo>
                  <a:lnTo>
                    <a:pt x="2103790" y="1962133"/>
                  </a:lnTo>
                  <a:lnTo>
                    <a:pt x="2131589" y="1927028"/>
                  </a:lnTo>
                  <a:lnTo>
                    <a:pt x="2158092" y="1890867"/>
                  </a:lnTo>
                  <a:lnTo>
                    <a:pt x="2183263" y="1853687"/>
                  </a:lnTo>
                  <a:lnTo>
                    <a:pt x="2207069" y="1815523"/>
                  </a:lnTo>
                  <a:lnTo>
                    <a:pt x="2229471" y="1776411"/>
                  </a:lnTo>
                  <a:lnTo>
                    <a:pt x="2250437" y="1736386"/>
                  </a:lnTo>
                  <a:lnTo>
                    <a:pt x="2269929" y="1695485"/>
                  </a:lnTo>
                  <a:lnTo>
                    <a:pt x="2287912" y="1653743"/>
                  </a:lnTo>
                  <a:lnTo>
                    <a:pt x="2304351" y="1611196"/>
                  </a:lnTo>
                  <a:lnTo>
                    <a:pt x="2319211" y="1567880"/>
                  </a:lnTo>
                  <a:lnTo>
                    <a:pt x="2332455" y="1523830"/>
                  </a:lnTo>
                  <a:lnTo>
                    <a:pt x="2344049" y="1479083"/>
                  </a:lnTo>
                  <a:lnTo>
                    <a:pt x="2353956" y="1433673"/>
                  </a:lnTo>
                  <a:lnTo>
                    <a:pt x="2362142" y="1387638"/>
                  </a:lnTo>
                  <a:lnTo>
                    <a:pt x="2368570" y="1341013"/>
                  </a:lnTo>
                  <a:lnTo>
                    <a:pt x="2373206" y="1293833"/>
                  </a:lnTo>
                  <a:lnTo>
                    <a:pt x="2376013" y="1246134"/>
                  </a:lnTo>
                  <a:lnTo>
                    <a:pt x="2376957" y="1197952"/>
                  </a:lnTo>
                  <a:lnTo>
                    <a:pt x="2376013" y="1149772"/>
                  </a:lnTo>
                  <a:lnTo>
                    <a:pt x="2373206" y="1102074"/>
                  </a:lnTo>
                  <a:lnTo>
                    <a:pt x="2368570" y="1054895"/>
                  </a:lnTo>
                  <a:lnTo>
                    <a:pt x="2362142" y="1008270"/>
                  </a:lnTo>
                  <a:lnTo>
                    <a:pt x="2353956" y="962235"/>
                  </a:lnTo>
                  <a:lnTo>
                    <a:pt x="2344049" y="916827"/>
                  </a:lnTo>
                  <a:lnTo>
                    <a:pt x="2332455" y="872080"/>
                  </a:lnTo>
                  <a:lnTo>
                    <a:pt x="2319211" y="828031"/>
                  </a:lnTo>
                  <a:lnTo>
                    <a:pt x="2304351" y="784716"/>
                  </a:lnTo>
                  <a:lnTo>
                    <a:pt x="2287912" y="742169"/>
                  </a:lnTo>
                  <a:lnTo>
                    <a:pt x="2269929" y="700428"/>
                  </a:lnTo>
                  <a:lnTo>
                    <a:pt x="2250437" y="659527"/>
                  </a:lnTo>
                  <a:lnTo>
                    <a:pt x="2229471" y="619503"/>
                  </a:lnTo>
                  <a:lnTo>
                    <a:pt x="2207069" y="580391"/>
                  </a:lnTo>
                  <a:lnTo>
                    <a:pt x="2183263" y="542227"/>
                  </a:lnTo>
                  <a:lnTo>
                    <a:pt x="2158092" y="505047"/>
                  </a:lnTo>
                  <a:lnTo>
                    <a:pt x="2131589" y="468887"/>
                  </a:lnTo>
                  <a:lnTo>
                    <a:pt x="2103790" y="433783"/>
                  </a:lnTo>
                  <a:lnTo>
                    <a:pt x="2074731" y="399769"/>
                  </a:lnTo>
                  <a:lnTo>
                    <a:pt x="2044448" y="366883"/>
                  </a:lnTo>
                  <a:lnTo>
                    <a:pt x="2012975" y="335159"/>
                  </a:lnTo>
                  <a:lnTo>
                    <a:pt x="1980349" y="304634"/>
                  </a:lnTo>
                  <a:lnTo>
                    <a:pt x="1946604" y="275344"/>
                  </a:lnTo>
                  <a:lnTo>
                    <a:pt x="1911777" y="247324"/>
                  </a:lnTo>
                  <a:lnTo>
                    <a:pt x="1875903" y="220610"/>
                  </a:lnTo>
                  <a:lnTo>
                    <a:pt x="1839017" y="195237"/>
                  </a:lnTo>
                  <a:lnTo>
                    <a:pt x="1801156" y="171242"/>
                  </a:lnTo>
                  <a:lnTo>
                    <a:pt x="1762353" y="148661"/>
                  </a:lnTo>
                  <a:lnTo>
                    <a:pt x="1722645" y="127528"/>
                  </a:lnTo>
                  <a:lnTo>
                    <a:pt x="1682068" y="107881"/>
                  </a:lnTo>
                  <a:lnTo>
                    <a:pt x="1640657" y="89754"/>
                  </a:lnTo>
                  <a:lnTo>
                    <a:pt x="1598447" y="73184"/>
                  </a:lnTo>
                  <a:lnTo>
                    <a:pt x="1555474" y="58206"/>
                  </a:lnTo>
                  <a:lnTo>
                    <a:pt x="1511773" y="44856"/>
                  </a:lnTo>
                  <a:lnTo>
                    <a:pt x="1467380" y="33170"/>
                  </a:lnTo>
                  <a:lnTo>
                    <a:pt x="1422331" y="23184"/>
                  </a:lnTo>
                  <a:lnTo>
                    <a:pt x="1376661" y="14933"/>
                  </a:lnTo>
                  <a:lnTo>
                    <a:pt x="1330405" y="8453"/>
                  </a:lnTo>
                  <a:lnTo>
                    <a:pt x="1283598" y="3781"/>
                  </a:lnTo>
                  <a:lnTo>
                    <a:pt x="1236278" y="951"/>
                  </a:lnTo>
                  <a:lnTo>
                    <a:pt x="1188478" y="0"/>
                  </a:lnTo>
                  <a:lnTo>
                    <a:pt x="1140679" y="951"/>
                  </a:lnTo>
                  <a:lnTo>
                    <a:pt x="1093358" y="3781"/>
                  </a:lnTo>
                  <a:lnTo>
                    <a:pt x="1046552" y="8453"/>
                  </a:lnTo>
                  <a:lnTo>
                    <a:pt x="1000296" y="14933"/>
                  </a:lnTo>
                  <a:lnTo>
                    <a:pt x="954625" y="23184"/>
                  </a:lnTo>
                  <a:lnTo>
                    <a:pt x="909576" y="33170"/>
                  </a:lnTo>
                  <a:lnTo>
                    <a:pt x="865183" y="44856"/>
                  </a:lnTo>
                  <a:lnTo>
                    <a:pt x="821483" y="58206"/>
                  </a:lnTo>
                  <a:lnTo>
                    <a:pt x="778510" y="73184"/>
                  </a:lnTo>
                  <a:lnTo>
                    <a:pt x="736300" y="89754"/>
                  </a:lnTo>
                  <a:lnTo>
                    <a:pt x="694888" y="107881"/>
                  </a:lnTo>
                  <a:lnTo>
                    <a:pt x="654311" y="127528"/>
                  </a:lnTo>
                  <a:lnTo>
                    <a:pt x="614603" y="148661"/>
                  </a:lnTo>
                  <a:lnTo>
                    <a:pt x="575801" y="171242"/>
                  </a:lnTo>
                  <a:lnTo>
                    <a:pt x="537939" y="195237"/>
                  </a:lnTo>
                  <a:lnTo>
                    <a:pt x="501053" y="220610"/>
                  </a:lnTo>
                  <a:lnTo>
                    <a:pt x="465179" y="247324"/>
                  </a:lnTo>
                  <a:lnTo>
                    <a:pt x="430352" y="275344"/>
                  </a:lnTo>
                  <a:lnTo>
                    <a:pt x="396608" y="304634"/>
                  </a:lnTo>
                  <a:lnTo>
                    <a:pt x="363981" y="335159"/>
                  </a:lnTo>
                  <a:lnTo>
                    <a:pt x="332509" y="366883"/>
                  </a:lnTo>
                  <a:lnTo>
                    <a:pt x="302225" y="399769"/>
                  </a:lnTo>
                  <a:lnTo>
                    <a:pt x="273166" y="433783"/>
                  </a:lnTo>
                  <a:lnTo>
                    <a:pt x="245368" y="468887"/>
                  </a:lnTo>
                  <a:lnTo>
                    <a:pt x="218865" y="505047"/>
                  </a:lnTo>
                  <a:lnTo>
                    <a:pt x="193693" y="542227"/>
                  </a:lnTo>
                  <a:lnTo>
                    <a:pt x="169888" y="580391"/>
                  </a:lnTo>
                  <a:lnTo>
                    <a:pt x="147485" y="619503"/>
                  </a:lnTo>
                  <a:lnTo>
                    <a:pt x="126520" y="659527"/>
                  </a:lnTo>
                  <a:lnTo>
                    <a:pt x="107028" y="700428"/>
                  </a:lnTo>
                  <a:lnTo>
                    <a:pt x="89044" y="742169"/>
                  </a:lnTo>
                  <a:lnTo>
                    <a:pt x="72605" y="784716"/>
                  </a:lnTo>
                  <a:lnTo>
                    <a:pt x="57746" y="828031"/>
                  </a:lnTo>
                  <a:lnTo>
                    <a:pt x="44501" y="872080"/>
                  </a:lnTo>
                  <a:lnTo>
                    <a:pt x="32908" y="916827"/>
                  </a:lnTo>
                  <a:lnTo>
                    <a:pt x="23000" y="962235"/>
                  </a:lnTo>
                  <a:lnTo>
                    <a:pt x="14815" y="1008270"/>
                  </a:lnTo>
                  <a:lnTo>
                    <a:pt x="8386" y="1054895"/>
                  </a:lnTo>
                  <a:lnTo>
                    <a:pt x="3751" y="1102074"/>
                  </a:lnTo>
                  <a:lnTo>
                    <a:pt x="943" y="1149772"/>
                  </a:lnTo>
                  <a:lnTo>
                    <a:pt x="0" y="1197952"/>
                  </a:lnTo>
                  <a:lnTo>
                    <a:pt x="943" y="1246134"/>
                  </a:lnTo>
                  <a:lnTo>
                    <a:pt x="3751" y="1293833"/>
                  </a:lnTo>
                  <a:lnTo>
                    <a:pt x="8386" y="1341013"/>
                  </a:lnTo>
                  <a:lnTo>
                    <a:pt x="14815" y="1387638"/>
                  </a:lnTo>
                  <a:lnTo>
                    <a:pt x="23000" y="1433673"/>
                  </a:lnTo>
                  <a:lnTo>
                    <a:pt x="32908" y="1479083"/>
                  </a:lnTo>
                  <a:lnTo>
                    <a:pt x="44501" y="1523830"/>
                  </a:lnTo>
                  <a:lnTo>
                    <a:pt x="57746" y="1567880"/>
                  </a:lnTo>
                  <a:lnTo>
                    <a:pt x="72605" y="1611196"/>
                  </a:lnTo>
                  <a:lnTo>
                    <a:pt x="89044" y="1653743"/>
                  </a:lnTo>
                  <a:lnTo>
                    <a:pt x="107028" y="1695485"/>
                  </a:lnTo>
                  <a:lnTo>
                    <a:pt x="126520" y="1736386"/>
                  </a:lnTo>
                  <a:lnTo>
                    <a:pt x="147485" y="1776411"/>
                  </a:lnTo>
                  <a:lnTo>
                    <a:pt x="169888" y="1815523"/>
                  </a:lnTo>
                  <a:lnTo>
                    <a:pt x="193693" y="1853687"/>
                  </a:lnTo>
                  <a:lnTo>
                    <a:pt x="218865" y="1890867"/>
                  </a:lnTo>
                  <a:lnTo>
                    <a:pt x="245368" y="1927028"/>
                  </a:lnTo>
                  <a:lnTo>
                    <a:pt x="273166" y="1962133"/>
                  </a:lnTo>
                  <a:lnTo>
                    <a:pt x="302225" y="1996146"/>
                  </a:lnTo>
                  <a:lnTo>
                    <a:pt x="332509" y="2029033"/>
                  </a:lnTo>
                  <a:lnTo>
                    <a:pt x="363981" y="2060757"/>
                  </a:lnTo>
                  <a:lnTo>
                    <a:pt x="396608" y="2091282"/>
                  </a:lnTo>
                  <a:lnTo>
                    <a:pt x="430352" y="2120572"/>
                  </a:lnTo>
                  <a:lnTo>
                    <a:pt x="465179" y="2148593"/>
                  </a:lnTo>
                  <a:lnTo>
                    <a:pt x="501053" y="2175307"/>
                  </a:lnTo>
                  <a:lnTo>
                    <a:pt x="537939" y="2200680"/>
                  </a:lnTo>
                  <a:lnTo>
                    <a:pt x="575801" y="2224675"/>
                  </a:lnTo>
                  <a:lnTo>
                    <a:pt x="614603" y="2247256"/>
                  </a:lnTo>
                  <a:lnTo>
                    <a:pt x="654311" y="2268389"/>
                  </a:lnTo>
                  <a:lnTo>
                    <a:pt x="694888" y="2288036"/>
                  </a:lnTo>
                  <a:lnTo>
                    <a:pt x="736300" y="2306163"/>
                  </a:lnTo>
                  <a:lnTo>
                    <a:pt x="778510" y="2322734"/>
                  </a:lnTo>
                  <a:lnTo>
                    <a:pt x="821483" y="2337712"/>
                  </a:lnTo>
                  <a:lnTo>
                    <a:pt x="865183" y="2351061"/>
                  </a:lnTo>
                  <a:lnTo>
                    <a:pt x="909576" y="2362747"/>
                  </a:lnTo>
                  <a:lnTo>
                    <a:pt x="954625" y="2372734"/>
                  </a:lnTo>
                  <a:lnTo>
                    <a:pt x="1000296" y="2380985"/>
                  </a:lnTo>
                  <a:lnTo>
                    <a:pt x="1046552" y="2387464"/>
                  </a:lnTo>
                  <a:lnTo>
                    <a:pt x="1093358" y="2392137"/>
                  </a:lnTo>
                  <a:lnTo>
                    <a:pt x="1140679" y="2394967"/>
                  </a:lnTo>
                  <a:lnTo>
                    <a:pt x="1188478" y="2395918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7016750" y="370142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59">
                <a:moveTo>
                  <a:pt x="30479" y="0"/>
                </a:moveTo>
                <a:lnTo>
                  <a:pt x="18613" y="2396"/>
                </a:lnTo>
                <a:lnTo>
                  <a:pt x="8924" y="8929"/>
                </a:lnTo>
                <a:lnTo>
                  <a:pt x="2394" y="18618"/>
                </a:lnTo>
                <a:lnTo>
                  <a:pt x="0" y="30479"/>
                </a:lnTo>
                <a:lnTo>
                  <a:pt x="2394" y="42341"/>
                </a:lnTo>
                <a:lnTo>
                  <a:pt x="8924" y="52030"/>
                </a:lnTo>
                <a:lnTo>
                  <a:pt x="18613" y="58563"/>
                </a:lnTo>
                <a:lnTo>
                  <a:pt x="30479" y="60959"/>
                </a:lnTo>
                <a:lnTo>
                  <a:pt x="42341" y="58563"/>
                </a:lnTo>
                <a:lnTo>
                  <a:pt x="52030" y="52030"/>
                </a:lnTo>
                <a:lnTo>
                  <a:pt x="58563" y="42341"/>
                </a:lnTo>
                <a:lnTo>
                  <a:pt x="60959" y="30479"/>
                </a:lnTo>
                <a:lnTo>
                  <a:pt x="58563" y="18618"/>
                </a:lnTo>
                <a:lnTo>
                  <a:pt x="52030" y="8929"/>
                </a:lnTo>
                <a:lnTo>
                  <a:pt x="42341" y="2396"/>
                </a:lnTo>
                <a:lnTo>
                  <a:pt x="304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016750" y="598742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59">
                <a:moveTo>
                  <a:pt x="30479" y="0"/>
                </a:moveTo>
                <a:lnTo>
                  <a:pt x="18613" y="2396"/>
                </a:lnTo>
                <a:lnTo>
                  <a:pt x="8924" y="8929"/>
                </a:lnTo>
                <a:lnTo>
                  <a:pt x="2394" y="18618"/>
                </a:lnTo>
                <a:lnTo>
                  <a:pt x="0" y="30479"/>
                </a:lnTo>
                <a:lnTo>
                  <a:pt x="2394" y="42341"/>
                </a:lnTo>
                <a:lnTo>
                  <a:pt x="8924" y="52030"/>
                </a:lnTo>
                <a:lnTo>
                  <a:pt x="18613" y="58563"/>
                </a:lnTo>
                <a:lnTo>
                  <a:pt x="30479" y="60959"/>
                </a:lnTo>
                <a:lnTo>
                  <a:pt x="42341" y="58563"/>
                </a:lnTo>
                <a:lnTo>
                  <a:pt x="52030" y="52030"/>
                </a:lnTo>
                <a:lnTo>
                  <a:pt x="58563" y="42341"/>
                </a:lnTo>
                <a:lnTo>
                  <a:pt x="60959" y="30479"/>
                </a:lnTo>
                <a:lnTo>
                  <a:pt x="58563" y="18618"/>
                </a:lnTo>
                <a:lnTo>
                  <a:pt x="52030" y="8929"/>
                </a:lnTo>
                <a:lnTo>
                  <a:pt x="42341" y="2396"/>
                </a:lnTo>
                <a:lnTo>
                  <a:pt x="304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016750" y="825818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59">
                <a:moveTo>
                  <a:pt x="30479" y="0"/>
                </a:moveTo>
                <a:lnTo>
                  <a:pt x="18613" y="2396"/>
                </a:lnTo>
                <a:lnTo>
                  <a:pt x="8924" y="8929"/>
                </a:lnTo>
                <a:lnTo>
                  <a:pt x="2394" y="18618"/>
                </a:lnTo>
                <a:lnTo>
                  <a:pt x="0" y="30479"/>
                </a:lnTo>
                <a:lnTo>
                  <a:pt x="2394" y="42341"/>
                </a:lnTo>
                <a:lnTo>
                  <a:pt x="8924" y="52030"/>
                </a:lnTo>
                <a:lnTo>
                  <a:pt x="18613" y="58563"/>
                </a:lnTo>
                <a:lnTo>
                  <a:pt x="30479" y="60959"/>
                </a:lnTo>
                <a:lnTo>
                  <a:pt x="42341" y="58563"/>
                </a:lnTo>
                <a:lnTo>
                  <a:pt x="52030" y="52030"/>
                </a:lnTo>
                <a:lnTo>
                  <a:pt x="58563" y="42341"/>
                </a:lnTo>
                <a:lnTo>
                  <a:pt x="60959" y="30479"/>
                </a:lnTo>
                <a:lnTo>
                  <a:pt x="58563" y="18618"/>
                </a:lnTo>
                <a:lnTo>
                  <a:pt x="52030" y="8929"/>
                </a:lnTo>
                <a:lnTo>
                  <a:pt x="42341" y="2396"/>
                </a:lnTo>
                <a:lnTo>
                  <a:pt x="304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16750" y="1056642"/>
            <a:ext cx="60960" cy="60960"/>
          </a:xfrm>
          <a:custGeom>
            <a:avLst/>
            <a:gdLst/>
            <a:ahLst/>
            <a:cxnLst/>
            <a:rect l="l" t="t" r="r" b="b"/>
            <a:pathLst>
              <a:path w="60959" h="60959">
                <a:moveTo>
                  <a:pt x="30479" y="0"/>
                </a:moveTo>
                <a:lnTo>
                  <a:pt x="18613" y="2396"/>
                </a:lnTo>
                <a:lnTo>
                  <a:pt x="8924" y="8929"/>
                </a:lnTo>
                <a:lnTo>
                  <a:pt x="2394" y="18618"/>
                </a:lnTo>
                <a:lnTo>
                  <a:pt x="0" y="30479"/>
                </a:lnTo>
                <a:lnTo>
                  <a:pt x="2394" y="42346"/>
                </a:lnTo>
                <a:lnTo>
                  <a:pt x="8924" y="52035"/>
                </a:lnTo>
                <a:lnTo>
                  <a:pt x="18613" y="58565"/>
                </a:lnTo>
                <a:lnTo>
                  <a:pt x="30479" y="60959"/>
                </a:lnTo>
                <a:lnTo>
                  <a:pt x="42341" y="58565"/>
                </a:lnTo>
                <a:lnTo>
                  <a:pt x="52030" y="52035"/>
                </a:lnTo>
                <a:lnTo>
                  <a:pt x="58563" y="42346"/>
                </a:lnTo>
                <a:lnTo>
                  <a:pt x="60959" y="30479"/>
                </a:lnTo>
                <a:lnTo>
                  <a:pt x="58563" y="18618"/>
                </a:lnTo>
                <a:lnTo>
                  <a:pt x="52030" y="8929"/>
                </a:lnTo>
                <a:lnTo>
                  <a:pt x="42341" y="2396"/>
                </a:lnTo>
                <a:lnTo>
                  <a:pt x="304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246</Words>
  <Application>Microsoft Office PowerPoint</Application>
  <PresentationFormat>Personnalisé</PresentationFormat>
  <Paragraphs>41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Bebas Neue Regular</vt:lpstr>
      <vt:lpstr>Calibri</vt:lpstr>
      <vt:lpstr>Oswald Medium</vt:lpstr>
      <vt:lpstr>Raleway-ExtraLight</vt:lpstr>
      <vt:lpstr>Raleway-SemiBold</vt:lpstr>
      <vt:lpstr>Office Theme</vt:lpstr>
      <vt:lpstr>CHEF DE PROJET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CHEF DE PROJET MARKETING</dc:title>
  <dc:creator>Estelle</dc:creator>
  <cp:lastModifiedBy>Estelle</cp:lastModifiedBy>
  <cp:revision>2</cp:revision>
  <dcterms:created xsi:type="dcterms:W3CDTF">2021-06-21T08:21:59Z</dcterms:created>
  <dcterms:modified xsi:type="dcterms:W3CDTF">2021-10-22T13:16:28Z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2021-06-21T00:00:00Z</vt:filetime>
  </property>
  <property fmtid="{D5CDD505-2E9C-101B-9397-08002B2CF9AE}" pid="3" name="Creator">
    <vt:lpwstr>Adobe InDesign 16.1 (Macintosh)</vt:lpwstr>
  </property>
  <property fmtid="{D5CDD505-2E9C-101B-9397-08002B2CF9AE}" pid="4" name="LastSaved">
    <vt:filetime>2021-06-21T00:00:00Z</vt:filetime>
  </property>
</Properties>
</file>